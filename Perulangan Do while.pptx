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  <p:embeddedFont>
      <p:font typeface="Consolas" charset="1" panose="020B0609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E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247079"/>
            <a:chOff x="0" y="0"/>
            <a:chExt cx="24396967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329438"/>
            </a:xfrm>
            <a:custGeom>
              <a:avLst/>
              <a:gdLst/>
              <a:ahLst/>
              <a:cxnLst/>
              <a:rect r="r" b="b" t="t" l="l"/>
              <a:pathLst>
                <a:path h="329438" w="24396954">
                  <a:moveTo>
                    <a:pt x="0" y="164719"/>
                  </a:moveTo>
                  <a:cubicBezTo>
                    <a:pt x="0" y="73787"/>
                    <a:pt x="5461508" y="0"/>
                    <a:pt x="12198477" y="0"/>
                  </a:cubicBezTo>
                  <a:cubicBezTo>
                    <a:pt x="18935446" y="0"/>
                    <a:pt x="24396954" y="73787"/>
                    <a:pt x="24396954" y="164719"/>
                  </a:cubicBezTo>
                  <a:cubicBezTo>
                    <a:pt x="24396954" y="255651"/>
                    <a:pt x="18935446" y="329438"/>
                    <a:pt x="12198477" y="329438"/>
                  </a:cubicBezTo>
                  <a:cubicBezTo>
                    <a:pt x="5461508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4ABEE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993058"/>
            <a:ext cx="18297725" cy="301990"/>
            <a:chOff x="0" y="0"/>
            <a:chExt cx="24396967" cy="4026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402590"/>
            </a:xfrm>
            <a:custGeom>
              <a:avLst/>
              <a:gdLst/>
              <a:ahLst/>
              <a:cxnLst/>
              <a:rect r="r" b="b" t="t" l="l"/>
              <a:pathLst>
                <a:path h="402590" w="24396954">
                  <a:moveTo>
                    <a:pt x="0" y="201295"/>
                  </a:moveTo>
                  <a:cubicBezTo>
                    <a:pt x="0" y="90170"/>
                    <a:pt x="5461508" y="0"/>
                    <a:pt x="12198477" y="0"/>
                  </a:cubicBezTo>
                  <a:cubicBezTo>
                    <a:pt x="18935446" y="0"/>
                    <a:pt x="24396954" y="90170"/>
                    <a:pt x="24396954" y="201295"/>
                  </a:cubicBezTo>
                  <a:cubicBezTo>
                    <a:pt x="24396954" y="312420"/>
                    <a:pt x="18935573" y="402590"/>
                    <a:pt x="12198477" y="402590"/>
                  </a:cubicBezTo>
                  <a:cubicBezTo>
                    <a:pt x="5461381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FFD24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87598" y="960872"/>
            <a:ext cx="2745343" cy="2745343"/>
            <a:chOff x="0" y="0"/>
            <a:chExt cx="3660458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0521" cy="3660521"/>
            </a:xfrm>
            <a:custGeom>
              <a:avLst/>
              <a:gdLst/>
              <a:ahLst/>
              <a:cxnLst/>
              <a:rect r="r" b="b" t="t" l="l"/>
              <a:pathLst>
                <a:path h="3660521" w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1804" y="7824235"/>
            <a:ext cx="1509941" cy="1509941"/>
            <a:chOff x="0" y="0"/>
            <a:chExt cx="2013255" cy="2013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320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013204">
                  <a:moveTo>
                    <a:pt x="0" y="1006602"/>
                  </a:moveTo>
                  <a:cubicBezTo>
                    <a:pt x="0" y="450723"/>
                    <a:pt x="450723" y="0"/>
                    <a:pt x="1006602" y="0"/>
                  </a:cubicBezTo>
                  <a:cubicBezTo>
                    <a:pt x="1562481" y="0"/>
                    <a:pt x="2013204" y="450723"/>
                    <a:pt x="2013204" y="1006602"/>
                  </a:cubicBezTo>
                  <a:cubicBezTo>
                    <a:pt x="2013204" y="1562481"/>
                    <a:pt x="1562481" y="2013204"/>
                    <a:pt x="1006602" y="2013204"/>
                  </a:cubicBezTo>
                  <a:cubicBezTo>
                    <a:pt x="450723" y="2013204"/>
                    <a:pt x="0" y="1562608"/>
                    <a:pt x="0" y="1006602"/>
                  </a:cubicBezTo>
                  <a:close/>
                </a:path>
              </a:pathLst>
            </a:custGeom>
            <a:solidFill>
              <a:srgbClr val="7B58C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71289" y="1592618"/>
            <a:ext cx="15913960" cy="53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D241"/>
                </a:solidFill>
                <a:latin typeface="Aptos Bold"/>
                <a:ea typeface="Aptos Bold"/>
                <a:cs typeface="Aptos Bold"/>
                <a:sym typeface="Aptos Bold"/>
              </a:rPr>
              <a:t>TUGAS PRESENTASI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1289" y="2534441"/>
            <a:ext cx="16051235" cy="151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PERULANGAN DO WHILE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926" y="4259799"/>
            <a:ext cx="14815823" cy="8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4ABEE8"/>
                </a:solidFill>
                <a:latin typeface="Aptos Bold"/>
                <a:ea typeface="Aptos Bold"/>
                <a:cs typeface="Aptos Bold"/>
                <a:sym typeface="Aptos Bold"/>
              </a:rPr>
              <a:t>Algoritma dan Pemrograman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66774" y="5422059"/>
            <a:ext cx="2745343" cy="109814"/>
            <a:chOff x="0" y="0"/>
            <a:chExt cx="3660458" cy="1464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521" cy="146431"/>
            </a:xfrm>
            <a:custGeom>
              <a:avLst/>
              <a:gdLst/>
              <a:ahLst/>
              <a:cxnLst/>
              <a:rect r="r" b="b" t="t" l="l"/>
              <a:pathLst>
                <a:path h="146431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FD24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39926" y="5975642"/>
            <a:ext cx="14815823" cy="67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Contoh kasus: Menampilkan angka 1 sampai 5 menggunakan HTML dan JavaScript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926" y="7622848"/>
            <a:ext cx="14266755" cy="47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D241"/>
                </a:solidFill>
                <a:latin typeface="Aptos Bold"/>
                <a:ea typeface="Aptos Bold"/>
                <a:cs typeface="Aptos Bold"/>
                <a:sym typeface="Aptos Bold"/>
              </a:rPr>
              <a:t>KELOMPOK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9926" y="8240554"/>
            <a:ext cx="15502166" cy="67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Caesya Larasati Harnum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9926" y="9064152"/>
            <a:ext cx="1550216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CCDCF0"/>
                </a:solidFill>
                <a:latin typeface="Aptos"/>
                <a:ea typeface="Aptos"/>
                <a:cs typeface="Aptos"/>
                <a:sym typeface="Aptos"/>
              </a:rPr>
              <a:t>Mata Kuliah: Algoritma dan Pemrograman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— Pengertian Perulangan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Perulangan (loop) menjalankan instruksi berulang kali.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9433" y="2116207"/>
            <a:ext cx="7984379" cy="2768222"/>
            <a:chOff x="0" y="0"/>
            <a:chExt cx="10645838" cy="36909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240" y="15240"/>
              <a:ext cx="1061529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615295">
                  <a:moveTo>
                    <a:pt x="0" y="610108"/>
                  </a:moveTo>
                  <a:cubicBezTo>
                    <a:pt x="0" y="273177"/>
                    <a:pt x="274701" y="0"/>
                    <a:pt x="613410" y="0"/>
                  </a:cubicBezTo>
                  <a:lnTo>
                    <a:pt x="10001885" y="0"/>
                  </a:lnTo>
                  <a:cubicBezTo>
                    <a:pt x="10340721" y="0"/>
                    <a:pt x="10615295" y="273177"/>
                    <a:pt x="10615295" y="610108"/>
                  </a:cubicBezTo>
                  <a:lnTo>
                    <a:pt x="10615295" y="3050413"/>
                  </a:lnTo>
                  <a:cubicBezTo>
                    <a:pt x="10615295" y="3387344"/>
                    <a:pt x="10340721" y="3660521"/>
                    <a:pt x="10001885" y="3660521"/>
                  </a:cubicBezTo>
                  <a:lnTo>
                    <a:pt x="613410" y="3660521"/>
                  </a:lnTo>
                  <a:cubicBezTo>
                    <a:pt x="274574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45775" cy="3691001"/>
            </a:xfrm>
            <a:custGeom>
              <a:avLst/>
              <a:gdLst/>
              <a:ahLst/>
              <a:cxnLst/>
              <a:rect r="r" b="b" t="t" l="l"/>
              <a:pathLst>
                <a:path h="3691001" w="10645775">
                  <a:moveTo>
                    <a:pt x="0" y="625348"/>
                  </a:moveTo>
                  <a:cubicBezTo>
                    <a:pt x="0" y="279908"/>
                    <a:pt x="281559" y="0"/>
                    <a:pt x="628650" y="0"/>
                  </a:cubicBezTo>
                  <a:lnTo>
                    <a:pt x="10017125" y="0"/>
                  </a:lnTo>
                  <a:lnTo>
                    <a:pt x="10017125" y="15240"/>
                  </a:lnTo>
                  <a:lnTo>
                    <a:pt x="10017125" y="0"/>
                  </a:lnTo>
                  <a:cubicBezTo>
                    <a:pt x="10364216" y="0"/>
                    <a:pt x="10645775" y="279908"/>
                    <a:pt x="10645775" y="625348"/>
                  </a:cubicBezTo>
                  <a:lnTo>
                    <a:pt x="10630535" y="625348"/>
                  </a:lnTo>
                  <a:lnTo>
                    <a:pt x="10645775" y="625348"/>
                  </a:lnTo>
                  <a:lnTo>
                    <a:pt x="10645775" y="3065653"/>
                  </a:lnTo>
                  <a:lnTo>
                    <a:pt x="10630535" y="3065653"/>
                  </a:lnTo>
                  <a:lnTo>
                    <a:pt x="10645775" y="3065653"/>
                  </a:lnTo>
                  <a:cubicBezTo>
                    <a:pt x="10645775" y="3411093"/>
                    <a:pt x="10364216" y="3691001"/>
                    <a:pt x="10017125" y="3691001"/>
                  </a:cubicBezTo>
                  <a:lnTo>
                    <a:pt x="10017125" y="3675761"/>
                  </a:lnTo>
                  <a:lnTo>
                    <a:pt x="10017125" y="3691001"/>
                  </a:lnTo>
                  <a:lnTo>
                    <a:pt x="628650" y="3691001"/>
                  </a:lnTo>
                  <a:lnTo>
                    <a:pt x="628650" y="3675761"/>
                  </a:lnTo>
                  <a:lnTo>
                    <a:pt x="628650" y="3691001"/>
                  </a:lnTo>
                  <a:cubicBezTo>
                    <a:pt x="281559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8196" y="3660521"/>
                    <a:pt x="628650" y="3660521"/>
                  </a:cubicBezTo>
                  <a:lnTo>
                    <a:pt x="10017125" y="3660521"/>
                  </a:lnTo>
                  <a:cubicBezTo>
                    <a:pt x="10347579" y="3660521"/>
                    <a:pt x="10615295" y="3394075"/>
                    <a:pt x="10615295" y="3065653"/>
                  </a:cubicBezTo>
                  <a:lnTo>
                    <a:pt x="10615295" y="625348"/>
                  </a:lnTo>
                  <a:cubicBezTo>
                    <a:pt x="10615295" y="296926"/>
                    <a:pt x="10347579" y="30480"/>
                    <a:pt x="10017125" y="30480"/>
                  </a:cubicBezTo>
                  <a:lnTo>
                    <a:pt x="628650" y="30480"/>
                  </a:lnTo>
                  <a:lnTo>
                    <a:pt x="628650" y="15240"/>
                  </a:lnTo>
                  <a:lnTo>
                    <a:pt x="628650" y="30480"/>
                  </a:lnTo>
                  <a:cubicBezTo>
                    <a:pt x="298196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2" y="2127647"/>
            <a:ext cx="7961500" cy="658882"/>
            <a:chOff x="0" y="0"/>
            <a:chExt cx="10615333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15295" cy="878459"/>
            </a:xfrm>
            <a:custGeom>
              <a:avLst/>
              <a:gdLst/>
              <a:ahLst/>
              <a:cxnLst/>
              <a:rect r="r" b="b" t="t" l="l"/>
              <a:pathLst>
                <a:path h="878459" w="1061529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8864" y="0"/>
                  </a:lnTo>
                  <a:cubicBezTo>
                    <a:pt x="10549763" y="0"/>
                    <a:pt x="10615295" y="65532"/>
                    <a:pt x="10615295" y="146431"/>
                  </a:cubicBezTo>
                  <a:lnTo>
                    <a:pt x="10615295" y="732028"/>
                  </a:lnTo>
                  <a:cubicBezTo>
                    <a:pt x="10615295" y="812927"/>
                    <a:pt x="10549763" y="878459"/>
                    <a:pt x="1046886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2182549"/>
            <a:ext cx="7549696" cy="521618"/>
            <a:chOff x="0" y="0"/>
            <a:chExt cx="10066261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66265" cy="695487"/>
            </a:xfrm>
            <a:custGeom>
              <a:avLst/>
              <a:gdLst/>
              <a:ahLst/>
              <a:cxnLst/>
              <a:rect r="r" b="b" t="t" l="l"/>
              <a:pathLst>
                <a:path h="695487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066261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Apa itu perulangan?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1103" y="3038123"/>
            <a:ext cx="7321029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Struktur dalam pemrograman yang mengulang satu atau beberapa instruksi selama kondisi tertentu terpenuhi.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2737" y="2116207"/>
            <a:ext cx="7984379" cy="2768222"/>
            <a:chOff x="0" y="0"/>
            <a:chExt cx="10645838" cy="36909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5240" y="15240"/>
              <a:ext cx="1061529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615295">
                  <a:moveTo>
                    <a:pt x="0" y="610108"/>
                  </a:moveTo>
                  <a:cubicBezTo>
                    <a:pt x="0" y="273177"/>
                    <a:pt x="274701" y="0"/>
                    <a:pt x="613410" y="0"/>
                  </a:cubicBezTo>
                  <a:lnTo>
                    <a:pt x="10001885" y="0"/>
                  </a:lnTo>
                  <a:cubicBezTo>
                    <a:pt x="10340721" y="0"/>
                    <a:pt x="10615295" y="273177"/>
                    <a:pt x="10615295" y="610108"/>
                  </a:cubicBezTo>
                  <a:lnTo>
                    <a:pt x="10615295" y="3050413"/>
                  </a:lnTo>
                  <a:cubicBezTo>
                    <a:pt x="10615295" y="3387344"/>
                    <a:pt x="10340721" y="3660521"/>
                    <a:pt x="10001885" y="3660521"/>
                  </a:cubicBezTo>
                  <a:lnTo>
                    <a:pt x="613410" y="3660521"/>
                  </a:lnTo>
                  <a:cubicBezTo>
                    <a:pt x="274574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45775" cy="3691001"/>
            </a:xfrm>
            <a:custGeom>
              <a:avLst/>
              <a:gdLst/>
              <a:ahLst/>
              <a:cxnLst/>
              <a:rect r="r" b="b" t="t" l="l"/>
              <a:pathLst>
                <a:path h="3691001" w="10645775">
                  <a:moveTo>
                    <a:pt x="0" y="625348"/>
                  </a:moveTo>
                  <a:cubicBezTo>
                    <a:pt x="0" y="279908"/>
                    <a:pt x="281559" y="0"/>
                    <a:pt x="628650" y="0"/>
                  </a:cubicBezTo>
                  <a:lnTo>
                    <a:pt x="10017125" y="0"/>
                  </a:lnTo>
                  <a:lnTo>
                    <a:pt x="10017125" y="15240"/>
                  </a:lnTo>
                  <a:lnTo>
                    <a:pt x="10017125" y="0"/>
                  </a:lnTo>
                  <a:cubicBezTo>
                    <a:pt x="10364216" y="0"/>
                    <a:pt x="10645775" y="279908"/>
                    <a:pt x="10645775" y="625348"/>
                  </a:cubicBezTo>
                  <a:lnTo>
                    <a:pt x="10630535" y="625348"/>
                  </a:lnTo>
                  <a:lnTo>
                    <a:pt x="10645775" y="625348"/>
                  </a:lnTo>
                  <a:lnTo>
                    <a:pt x="10645775" y="3065653"/>
                  </a:lnTo>
                  <a:lnTo>
                    <a:pt x="10630535" y="3065653"/>
                  </a:lnTo>
                  <a:lnTo>
                    <a:pt x="10645775" y="3065653"/>
                  </a:lnTo>
                  <a:cubicBezTo>
                    <a:pt x="10645775" y="3411093"/>
                    <a:pt x="10364216" y="3691001"/>
                    <a:pt x="10017125" y="3691001"/>
                  </a:cubicBezTo>
                  <a:lnTo>
                    <a:pt x="10017125" y="3675761"/>
                  </a:lnTo>
                  <a:lnTo>
                    <a:pt x="10017125" y="3691001"/>
                  </a:lnTo>
                  <a:lnTo>
                    <a:pt x="628650" y="3691001"/>
                  </a:lnTo>
                  <a:lnTo>
                    <a:pt x="628650" y="3675761"/>
                  </a:lnTo>
                  <a:lnTo>
                    <a:pt x="628650" y="3691001"/>
                  </a:lnTo>
                  <a:cubicBezTo>
                    <a:pt x="281559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8196" y="3660521"/>
                    <a:pt x="628650" y="3660521"/>
                  </a:cubicBezTo>
                  <a:lnTo>
                    <a:pt x="10017125" y="3660521"/>
                  </a:lnTo>
                  <a:cubicBezTo>
                    <a:pt x="10347579" y="3660521"/>
                    <a:pt x="10615295" y="3394075"/>
                    <a:pt x="10615295" y="3065653"/>
                  </a:cubicBezTo>
                  <a:lnTo>
                    <a:pt x="10615295" y="625348"/>
                  </a:lnTo>
                  <a:cubicBezTo>
                    <a:pt x="10615295" y="296926"/>
                    <a:pt x="10347579" y="30480"/>
                    <a:pt x="10017125" y="30480"/>
                  </a:cubicBezTo>
                  <a:lnTo>
                    <a:pt x="628650" y="30480"/>
                  </a:lnTo>
                  <a:lnTo>
                    <a:pt x="628650" y="15240"/>
                  </a:lnTo>
                  <a:lnTo>
                    <a:pt x="628650" y="30480"/>
                  </a:lnTo>
                  <a:cubicBezTo>
                    <a:pt x="298196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34176" y="2127647"/>
            <a:ext cx="7961500" cy="658882"/>
            <a:chOff x="0" y="0"/>
            <a:chExt cx="10615333" cy="878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15295" cy="878459"/>
            </a:xfrm>
            <a:custGeom>
              <a:avLst/>
              <a:gdLst/>
              <a:ahLst/>
              <a:cxnLst/>
              <a:rect r="r" b="b" t="t" l="l"/>
              <a:pathLst>
                <a:path h="878459" w="1061529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8864" y="0"/>
                  </a:lnTo>
                  <a:cubicBezTo>
                    <a:pt x="10549763" y="0"/>
                    <a:pt x="10615295" y="65532"/>
                    <a:pt x="10615295" y="146431"/>
                  </a:cubicBezTo>
                  <a:lnTo>
                    <a:pt x="10615295" y="732028"/>
                  </a:lnTo>
                  <a:cubicBezTo>
                    <a:pt x="10615295" y="812927"/>
                    <a:pt x="10549763" y="878459"/>
                    <a:pt x="1046886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40069" y="2182549"/>
            <a:ext cx="7549696" cy="521618"/>
            <a:chOff x="0" y="0"/>
            <a:chExt cx="10066261" cy="6954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66265" cy="695487"/>
            </a:xfrm>
            <a:custGeom>
              <a:avLst/>
              <a:gdLst/>
              <a:ahLst/>
              <a:cxnLst/>
              <a:rect r="r" b="b" t="t" l="l"/>
              <a:pathLst>
                <a:path h="695487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066261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Apa itu do while?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54407" y="3038123"/>
            <a:ext cx="7321029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Jenis perulangan yang menjalankan blok kode terlebih dahulu, kemudian memeriksa kondisi.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8554" y="5701103"/>
            <a:ext cx="15639431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E2B5B"/>
                </a:solidFill>
                <a:latin typeface="Aptos Bold"/>
                <a:ea typeface="Aptos Bold"/>
                <a:cs typeface="Aptos Bold"/>
                <a:sym typeface="Aptos Bold"/>
              </a:rPr>
              <a:t>Ciri utama do while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90984" y="6444415"/>
            <a:ext cx="5161817" cy="2004670"/>
            <a:chOff x="0" y="0"/>
            <a:chExt cx="6882422" cy="26728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6863334" cy="2653919"/>
            </a:xfrm>
            <a:custGeom>
              <a:avLst/>
              <a:gdLst/>
              <a:ahLst/>
              <a:cxnLst/>
              <a:rect r="r" b="b" t="t" l="l"/>
              <a:pathLst>
                <a:path h="2653919" w="6863334">
                  <a:moveTo>
                    <a:pt x="0" y="442341"/>
                  </a:moveTo>
                  <a:cubicBezTo>
                    <a:pt x="0" y="197993"/>
                    <a:pt x="198882" y="0"/>
                    <a:pt x="444246" y="0"/>
                  </a:cubicBezTo>
                  <a:lnTo>
                    <a:pt x="6419088" y="0"/>
                  </a:lnTo>
                  <a:cubicBezTo>
                    <a:pt x="6664452" y="0"/>
                    <a:pt x="6863334" y="197993"/>
                    <a:pt x="6863334" y="442341"/>
                  </a:cubicBezTo>
                  <a:lnTo>
                    <a:pt x="6863334" y="2211578"/>
                  </a:lnTo>
                  <a:cubicBezTo>
                    <a:pt x="6863334" y="2455799"/>
                    <a:pt x="6664452" y="2653919"/>
                    <a:pt x="6419088" y="2653919"/>
                  </a:cubicBezTo>
                  <a:lnTo>
                    <a:pt x="444246" y="2653919"/>
                  </a:lnTo>
                  <a:cubicBezTo>
                    <a:pt x="198882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82384" cy="2672969"/>
            </a:xfrm>
            <a:custGeom>
              <a:avLst/>
              <a:gdLst/>
              <a:ahLst/>
              <a:cxnLst/>
              <a:rect r="r" b="b" t="t" l="l"/>
              <a:pathLst>
                <a:path h="2672969" w="6882384">
                  <a:moveTo>
                    <a:pt x="0" y="451866"/>
                  </a:moveTo>
                  <a:cubicBezTo>
                    <a:pt x="0" y="202311"/>
                    <a:pt x="203200" y="0"/>
                    <a:pt x="453771" y="0"/>
                  </a:cubicBezTo>
                  <a:lnTo>
                    <a:pt x="6428613" y="0"/>
                  </a:lnTo>
                  <a:lnTo>
                    <a:pt x="6428613" y="9525"/>
                  </a:lnTo>
                  <a:lnTo>
                    <a:pt x="6428613" y="0"/>
                  </a:lnTo>
                  <a:cubicBezTo>
                    <a:pt x="6679184" y="0"/>
                    <a:pt x="6882384" y="202311"/>
                    <a:pt x="6882384" y="451866"/>
                  </a:cubicBezTo>
                  <a:lnTo>
                    <a:pt x="6872859" y="451866"/>
                  </a:lnTo>
                  <a:lnTo>
                    <a:pt x="6882384" y="451866"/>
                  </a:lnTo>
                  <a:lnTo>
                    <a:pt x="6882384" y="2221103"/>
                  </a:lnTo>
                  <a:lnTo>
                    <a:pt x="6872859" y="2221103"/>
                  </a:lnTo>
                  <a:lnTo>
                    <a:pt x="6882384" y="2221103"/>
                  </a:lnTo>
                  <a:cubicBezTo>
                    <a:pt x="6882384" y="2470658"/>
                    <a:pt x="6679184" y="2672969"/>
                    <a:pt x="6428613" y="2672969"/>
                  </a:cubicBezTo>
                  <a:lnTo>
                    <a:pt x="6428613" y="2663444"/>
                  </a:lnTo>
                  <a:lnTo>
                    <a:pt x="6428613" y="2672969"/>
                  </a:lnTo>
                  <a:lnTo>
                    <a:pt x="453771" y="2672969"/>
                  </a:lnTo>
                  <a:lnTo>
                    <a:pt x="453771" y="2663444"/>
                  </a:lnTo>
                  <a:lnTo>
                    <a:pt x="453771" y="2672969"/>
                  </a:lnTo>
                  <a:cubicBezTo>
                    <a:pt x="203200" y="2672842"/>
                    <a:pt x="0" y="2470658"/>
                    <a:pt x="0" y="2221103"/>
                  </a:cubicBezTo>
                  <a:lnTo>
                    <a:pt x="0" y="451866"/>
                  </a:lnTo>
                  <a:lnTo>
                    <a:pt x="9525" y="451866"/>
                  </a:lnTo>
                  <a:lnTo>
                    <a:pt x="0" y="451866"/>
                  </a:lnTo>
                  <a:moveTo>
                    <a:pt x="19050" y="451866"/>
                  </a:moveTo>
                  <a:lnTo>
                    <a:pt x="19050" y="2221103"/>
                  </a:lnTo>
                  <a:lnTo>
                    <a:pt x="9525" y="2221103"/>
                  </a:lnTo>
                  <a:lnTo>
                    <a:pt x="19050" y="2221103"/>
                  </a:lnTo>
                  <a:cubicBezTo>
                    <a:pt x="19050" y="2460117"/>
                    <a:pt x="213614" y="2653919"/>
                    <a:pt x="453771" y="2653919"/>
                  </a:cubicBezTo>
                  <a:lnTo>
                    <a:pt x="6428613" y="2653919"/>
                  </a:lnTo>
                  <a:cubicBezTo>
                    <a:pt x="6668770" y="2653919"/>
                    <a:pt x="6863334" y="2460117"/>
                    <a:pt x="6863334" y="2221103"/>
                  </a:cubicBezTo>
                  <a:lnTo>
                    <a:pt x="6863334" y="451866"/>
                  </a:lnTo>
                  <a:cubicBezTo>
                    <a:pt x="6863334" y="212852"/>
                    <a:pt x="6668770" y="19050"/>
                    <a:pt x="6428613" y="19050"/>
                  </a:cubicBezTo>
                  <a:lnTo>
                    <a:pt x="453771" y="19050"/>
                  </a:lnTo>
                  <a:lnTo>
                    <a:pt x="453771" y="9525"/>
                  </a:lnTo>
                  <a:lnTo>
                    <a:pt x="453771" y="19050"/>
                  </a:lnTo>
                  <a:cubicBezTo>
                    <a:pt x="213614" y="19050"/>
                    <a:pt x="19050" y="212852"/>
                    <a:pt x="19050" y="451866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77191" y="6771789"/>
            <a:ext cx="458941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471BE"/>
                </a:solidFill>
                <a:latin typeface="Aptos Bold"/>
                <a:ea typeface="Aptos Bold"/>
                <a:cs typeface="Aptos Bold"/>
                <a:sym typeface="Aptos Bold"/>
              </a:rPr>
              <a:t>Minimal 1 kali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5828" y="7416946"/>
            <a:ext cx="4452147" cy="74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Kode dijalankan sebelum kondisi diperiksa.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87582" y="6444415"/>
            <a:ext cx="5161817" cy="2004670"/>
            <a:chOff x="0" y="0"/>
            <a:chExt cx="6882422" cy="26728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25" y="9525"/>
              <a:ext cx="6863334" cy="2653919"/>
            </a:xfrm>
            <a:custGeom>
              <a:avLst/>
              <a:gdLst/>
              <a:ahLst/>
              <a:cxnLst/>
              <a:rect r="r" b="b" t="t" l="l"/>
              <a:pathLst>
                <a:path h="2653919" w="6863334">
                  <a:moveTo>
                    <a:pt x="0" y="442341"/>
                  </a:moveTo>
                  <a:cubicBezTo>
                    <a:pt x="0" y="197993"/>
                    <a:pt x="198882" y="0"/>
                    <a:pt x="444246" y="0"/>
                  </a:cubicBezTo>
                  <a:lnTo>
                    <a:pt x="6419088" y="0"/>
                  </a:lnTo>
                  <a:cubicBezTo>
                    <a:pt x="6664452" y="0"/>
                    <a:pt x="6863334" y="197993"/>
                    <a:pt x="6863334" y="442341"/>
                  </a:cubicBezTo>
                  <a:lnTo>
                    <a:pt x="6863334" y="2211578"/>
                  </a:lnTo>
                  <a:cubicBezTo>
                    <a:pt x="6863334" y="2455799"/>
                    <a:pt x="6664452" y="2653919"/>
                    <a:pt x="6419088" y="2653919"/>
                  </a:cubicBezTo>
                  <a:lnTo>
                    <a:pt x="444246" y="2653919"/>
                  </a:lnTo>
                  <a:cubicBezTo>
                    <a:pt x="198882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82384" cy="2672969"/>
            </a:xfrm>
            <a:custGeom>
              <a:avLst/>
              <a:gdLst/>
              <a:ahLst/>
              <a:cxnLst/>
              <a:rect r="r" b="b" t="t" l="l"/>
              <a:pathLst>
                <a:path h="2672969" w="6882384">
                  <a:moveTo>
                    <a:pt x="0" y="451866"/>
                  </a:moveTo>
                  <a:cubicBezTo>
                    <a:pt x="0" y="202311"/>
                    <a:pt x="203200" y="0"/>
                    <a:pt x="453771" y="0"/>
                  </a:cubicBezTo>
                  <a:lnTo>
                    <a:pt x="6428613" y="0"/>
                  </a:lnTo>
                  <a:lnTo>
                    <a:pt x="6428613" y="9525"/>
                  </a:lnTo>
                  <a:lnTo>
                    <a:pt x="6428613" y="0"/>
                  </a:lnTo>
                  <a:cubicBezTo>
                    <a:pt x="6679184" y="0"/>
                    <a:pt x="6882384" y="202311"/>
                    <a:pt x="6882384" y="451866"/>
                  </a:cubicBezTo>
                  <a:lnTo>
                    <a:pt x="6872859" y="451866"/>
                  </a:lnTo>
                  <a:lnTo>
                    <a:pt x="6882384" y="451866"/>
                  </a:lnTo>
                  <a:lnTo>
                    <a:pt x="6882384" y="2221103"/>
                  </a:lnTo>
                  <a:lnTo>
                    <a:pt x="6872859" y="2221103"/>
                  </a:lnTo>
                  <a:lnTo>
                    <a:pt x="6882384" y="2221103"/>
                  </a:lnTo>
                  <a:cubicBezTo>
                    <a:pt x="6882384" y="2470658"/>
                    <a:pt x="6679184" y="2672969"/>
                    <a:pt x="6428613" y="2672969"/>
                  </a:cubicBezTo>
                  <a:lnTo>
                    <a:pt x="6428613" y="2663444"/>
                  </a:lnTo>
                  <a:lnTo>
                    <a:pt x="6428613" y="2672969"/>
                  </a:lnTo>
                  <a:lnTo>
                    <a:pt x="453771" y="2672969"/>
                  </a:lnTo>
                  <a:lnTo>
                    <a:pt x="453771" y="2663444"/>
                  </a:lnTo>
                  <a:lnTo>
                    <a:pt x="453771" y="2672969"/>
                  </a:lnTo>
                  <a:cubicBezTo>
                    <a:pt x="203200" y="2672842"/>
                    <a:pt x="0" y="2470658"/>
                    <a:pt x="0" y="2221103"/>
                  </a:cubicBezTo>
                  <a:lnTo>
                    <a:pt x="0" y="451866"/>
                  </a:lnTo>
                  <a:lnTo>
                    <a:pt x="9525" y="451866"/>
                  </a:lnTo>
                  <a:lnTo>
                    <a:pt x="0" y="451866"/>
                  </a:lnTo>
                  <a:moveTo>
                    <a:pt x="19050" y="451866"/>
                  </a:moveTo>
                  <a:lnTo>
                    <a:pt x="19050" y="2221103"/>
                  </a:lnTo>
                  <a:lnTo>
                    <a:pt x="9525" y="2221103"/>
                  </a:lnTo>
                  <a:lnTo>
                    <a:pt x="19050" y="2221103"/>
                  </a:lnTo>
                  <a:cubicBezTo>
                    <a:pt x="19050" y="2460117"/>
                    <a:pt x="213614" y="2653919"/>
                    <a:pt x="453771" y="2653919"/>
                  </a:cubicBezTo>
                  <a:lnTo>
                    <a:pt x="6428613" y="2653919"/>
                  </a:lnTo>
                  <a:cubicBezTo>
                    <a:pt x="6668770" y="2653919"/>
                    <a:pt x="6863334" y="2460117"/>
                    <a:pt x="6863334" y="2221103"/>
                  </a:cubicBezTo>
                  <a:lnTo>
                    <a:pt x="6863334" y="451866"/>
                  </a:lnTo>
                  <a:cubicBezTo>
                    <a:pt x="6863334" y="212852"/>
                    <a:pt x="6668770" y="19050"/>
                    <a:pt x="6428613" y="19050"/>
                  </a:cubicBezTo>
                  <a:lnTo>
                    <a:pt x="453771" y="19050"/>
                  </a:lnTo>
                  <a:lnTo>
                    <a:pt x="453771" y="9525"/>
                  </a:lnTo>
                  <a:lnTo>
                    <a:pt x="453771" y="19050"/>
                  </a:lnTo>
                  <a:cubicBezTo>
                    <a:pt x="213614" y="19050"/>
                    <a:pt x="19050" y="212852"/>
                    <a:pt x="19050" y="451866"/>
                  </a:cubicBezTo>
                  <a:close/>
                </a:path>
              </a:pathLst>
            </a:custGeom>
            <a:solidFill>
              <a:srgbClr val="7B58C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073779" y="6771789"/>
            <a:ext cx="458941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7B58CF"/>
                </a:solidFill>
                <a:latin typeface="Aptos Bold"/>
                <a:ea typeface="Aptos Bold"/>
                <a:cs typeface="Aptos Bold"/>
                <a:sym typeface="Aptos Bold"/>
              </a:rPr>
              <a:t>Cek di akhir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42416" y="7416946"/>
            <a:ext cx="4452147" cy="74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Kondisi berada setelah blok do.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484170" y="6444415"/>
            <a:ext cx="5161817" cy="2004670"/>
            <a:chOff x="0" y="0"/>
            <a:chExt cx="6882422" cy="26728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9525" y="9525"/>
              <a:ext cx="6863334" cy="2653919"/>
            </a:xfrm>
            <a:custGeom>
              <a:avLst/>
              <a:gdLst/>
              <a:ahLst/>
              <a:cxnLst/>
              <a:rect r="r" b="b" t="t" l="l"/>
              <a:pathLst>
                <a:path h="2653919" w="6863334">
                  <a:moveTo>
                    <a:pt x="0" y="442341"/>
                  </a:moveTo>
                  <a:cubicBezTo>
                    <a:pt x="0" y="197993"/>
                    <a:pt x="198882" y="0"/>
                    <a:pt x="444246" y="0"/>
                  </a:cubicBezTo>
                  <a:lnTo>
                    <a:pt x="6419088" y="0"/>
                  </a:lnTo>
                  <a:cubicBezTo>
                    <a:pt x="6664452" y="0"/>
                    <a:pt x="6863334" y="197993"/>
                    <a:pt x="6863334" y="442341"/>
                  </a:cubicBezTo>
                  <a:lnTo>
                    <a:pt x="6863334" y="2211578"/>
                  </a:lnTo>
                  <a:cubicBezTo>
                    <a:pt x="6863334" y="2455799"/>
                    <a:pt x="6664452" y="2653919"/>
                    <a:pt x="6419088" y="2653919"/>
                  </a:cubicBezTo>
                  <a:lnTo>
                    <a:pt x="444246" y="2653919"/>
                  </a:lnTo>
                  <a:cubicBezTo>
                    <a:pt x="198882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82384" cy="2672969"/>
            </a:xfrm>
            <a:custGeom>
              <a:avLst/>
              <a:gdLst/>
              <a:ahLst/>
              <a:cxnLst/>
              <a:rect r="r" b="b" t="t" l="l"/>
              <a:pathLst>
                <a:path h="2672969" w="6882384">
                  <a:moveTo>
                    <a:pt x="0" y="451866"/>
                  </a:moveTo>
                  <a:cubicBezTo>
                    <a:pt x="0" y="202311"/>
                    <a:pt x="203200" y="0"/>
                    <a:pt x="453771" y="0"/>
                  </a:cubicBezTo>
                  <a:lnTo>
                    <a:pt x="6428613" y="0"/>
                  </a:lnTo>
                  <a:lnTo>
                    <a:pt x="6428613" y="9525"/>
                  </a:lnTo>
                  <a:lnTo>
                    <a:pt x="6428613" y="0"/>
                  </a:lnTo>
                  <a:cubicBezTo>
                    <a:pt x="6679184" y="0"/>
                    <a:pt x="6882384" y="202311"/>
                    <a:pt x="6882384" y="451866"/>
                  </a:cubicBezTo>
                  <a:lnTo>
                    <a:pt x="6872859" y="451866"/>
                  </a:lnTo>
                  <a:lnTo>
                    <a:pt x="6882384" y="451866"/>
                  </a:lnTo>
                  <a:lnTo>
                    <a:pt x="6882384" y="2221103"/>
                  </a:lnTo>
                  <a:lnTo>
                    <a:pt x="6872859" y="2221103"/>
                  </a:lnTo>
                  <a:lnTo>
                    <a:pt x="6882384" y="2221103"/>
                  </a:lnTo>
                  <a:cubicBezTo>
                    <a:pt x="6882384" y="2470658"/>
                    <a:pt x="6679184" y="2672969"/>
                    <a:pt x="6428613" y="2672969"/>
                  </a:cubicBezTo>
                  <a:lnTo>
                    <a:pt x="6428613" y="2663444"/>
                  </a:lnTo>
                  <a:lnTo>
                    <a:pt x="6428613" y="2672969"/>
                  </a:lnTo>
                  <a:lnTo>
                    <a:pt x="453771" y="2672969"/>
                  </a:lnTo>
                  <a:lnTo>
                    <a:pt x="453771" y="2663444"/>
                  </a:lnTo>
                  <a:lnTo>
                    <a:pt x="453771" y="2672969"/>
                  </a:lnTo>
                  <a:cubicBezTo>
                    <a:pt x="203200" y="2672842"/>
                    <a:pt x="0" y="2470658"/>
                    <a:pt x="0" y="2221103"/>
                  </a:cubicBezTo>
                  <a:lnTo>
                    <a:pt x="0" y="451866"/>
                  </a:lnTo>
                  <a:lnTo>
                    <a:pt x="9525" y="451866"/>
                  </a:lnTo>
                  <a:lnTo>
                    <a:pt x="0" y="451866"/>
                  </a:lnTo>
                  <a:moveTo>
                    <a:pt x="19050" y="451866"/>
                  </a:moveTo>
                  <a:lnTo>
                    <a:pt x="19050" y="2221103"/>
                  </a:lnTo>
                  <a:lnTo>
                    <a:pt x="9525" y="2221103"/>
                  </a:lnTo>
                  <a:lnTo>
                    <a:pt x="19050" y="2221103"/>
                  </a:lnTo>
                  <a:cubicBezTo>
                    <a:pt x="19050" y="2460117"/>
                    <a:pt x="213614" y="2653919"/>
                    <a:pt x="453771" y="2653919"/>
                  </a:cubicBezTo>
                  <a:lnTo>
                    <a:pt x="6428613" y="2653919"/>
                  </a:lnTo>
                  <a:cubicBezTo>
                    <a:pt x="6668770" y="2653919"/>
                    <a:pt x="6863334" y="2460117"/>
                    <a:pt x="6863334" y="2221103"/>
                  </a:cubicBezTo>
                  <a:lnTo>
                    <a:pt x="6863334" y="451866"/>
                  </a:lnTo>
                  <a:cubicBezTo>
                    <a:pt x="6863334" y="212852"/>
                    <a:pt x="6668770" y="19050"/>
                    <a:pt x="6428613" y="19050"/>
                  </a:cubicBezTo>
                  <a:lnTo>
                    <a:pt x="453771" y="19050"/>
                  </a:lnTo>
                  <a:lnTo>
                    <a:pt x="453771" y="9525"/>
                  </a:lnTo>
                  <a:lnTo>
                    <a:pt x="453771" y="19050"/>
                  </a:lnTo>
                  <a:cubicBezTo>
                    <a:pt x="213614" y="19050"/>
                    <a:pt x="19050" y="212852"/>
                    <a:pt x="19050" y="451866"/>
                  </a:cubicBezTo>
                  <a:close/>
                </a:path>
              </a:pathLst>
            </a:custGeom>
            <a:solidFill>
              <a:srgbClr val="F59736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770368" y="6771789"/>
            <a:ext cx="458941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59736"/>
                </a:solidFill>
                <a:latin typeface="Aptos Bold"/>
                <a:ea typeface="Aptos Bold"/>
                <a:cs typeface="Aptos Bold"/>
                <a:sym typeface="Aptos Bold"/>
              </a:rPr>
              <a:t>Bisa berulang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39005" y="7416946"/>
            <a:ext cx="4452147" cy="74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Jika kondisi true, kembali ke awal blok.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— Fungsi dan Tujuan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Perulangan membuat program lebih ringkas dan teratur.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9433" y="2116207"/>
            <a:ext cx="5239036" cy="2768222"/>
            <a:chOff x="0" y="0"/>
            <a:chExt cx="6985381" cy="36909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240" y="15240"/>
              <a:ext cx="6954901" cy="3660521"/>
            </a:xfrm>
            <a:custGeom>
              <a:avLst/>
              <a:gdLst/>
              <a:ahLst/>
              <a:cxnLst/>
              <a:rect r="r" b="b" t="t" l="l"/>
              <a:pathLst>
                <a:path h="3660521" w="6954901">
                  <a:moveTo>
                    <a:pt x="0" y="610108"/>
                  </a:moveTo>
                  <a:cubicBezTo>
                    <a:pt x="0" y="273177"/>
                    <a:pt x="274193" y="0"/>
                    <a:pt x="612521" y="0"/>
                  </a:cubicBezTo>
                  <a:lnTo>
                    <a:pt x="6342380" y="0"/>
                  </a:lnTo>
                  <a:cubicBezTo>
                    <a:pt x="6680708" y="0"/>
                    <a:pt x="6954901" y="273177"/>
                    <a:pt x="6954901" y="610108"/>
                  </a:cubicBezTo>
                  <a:lnTo>
                    <a:pt x="6954901" y="3050413"/>
                  </a:lnTo>
                  <a:cubicBezTo>
                    <a:pt x="6954901" y="3387344"/>
                    <a:pt x="6680708" y="3660521"/>
                    <a:pt x="6342380" y="3660521"/>
                  </a:cubicBezTo>
                  <a:lnTo>
                    <a:pt x="612521" y="3660521"/>
                  </a:lnTo>
                  <a:cubicBezTo>
                    <a:pt x="274193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5381" cy="3691001"/>
            </a:xfrm>
            <a:custGeom>
              <a:avLst/>
              <a:gdLst/>
              <a:ahLst/>
              <a:cxnLst/>
              <a:rect r="r" b="b" t="t" l="l"/>
              <a:pathLst>
                <a:path h="3691001" w="6985381">
                  <a:moveTo>
                    <a:pt x="0" y="625348"/>
                  </a:moveTo>
                  <a:cubicBezTo>
                    <a:pt x="0" y="279908"/>
                    <a:pt x="281051" y="0"/>
                    <a:pt x="627761" y="0"/>
                  </a:cubicBezTo>
                  <a:lnTo>
                    <a:pt x="6357620" y="0"/>
                  </a:lnTo>
                  <a:lnTo>
                    <a:pt x="6357620" y="15240"/>
                  </a:lnTo>
                  <a:lnTo>
                    <a:pt x="6357620" y="0"/>
                  </a:lnTo>
                  <a:cubicBezTo>
                    <a:pt x="6704203" y="0"/>
                    <a:pt x="6985381" y="279908"/>
                    <a:pt x="6985381" y="625348"/>
                  </a:cubicBezTo>
                  <a:lnTo>
                    <a:pt x="6970141" y="625348"/>
                  </a:lnTo>
                  <a:lnTo>
                    <a:pt x="6985381" y="625348"/>
                  </a:lnTo>
                  <a:lnTo>
                    <a:pt x="6985381" y="3065653"/>
                  </a:lnTo>
                  <a:lnTo>
                    <a:pt x="6970141" y="3065653"/>
                  </a:lnTo>
                  <a:lnTo>
                    <a:pt x="6985381" y="3065653"/>
                  </a:lnTo>
                  <a:cubicBezTo>
                    <a:pt x="6985381" y="3411093"/>
                    <a:pt x="6704330" y="3691001"/>
                    <a:pt x="6357620" y="3691001"/>
                  </a:cubicBezTo>
                  <a:lnTo>
                    <a:pt x="6357620" y="3675761"/>
                  </a:lnTo>
                  <a:lnTo>
                    <a:pt x="6357620" y="3691001"/>
                  </a:lnTo>
                  <a:lnTo>
                    <a:pt x="627761" y="3691001"/>
                  </a:lnTo>
                  <a:lnTo>
                    <a:pt x="627761" y="3675761"/>
                  </a:lnTo>
                  <a:lnTo>
                    <a:pt x="627761" y="3691001"/>
                  </a:lnTo>
                  <a:cubicBezTo>
                    <a:pt x="281051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7815" y="3660521"/>
                    <a:pt x="627761" y="3660521"/>
                  </a:cubicBezTo>
                  <a:lnTo>
                    <a:pt x="6357620" y="3660521"/>
                  </a:lnTo>
                  <a:cubicBezTo>
                    <a:pt x="6687566" y="3660521"/>
                    <a:pt x="6954901" y="3394202"/>
                    <a:pt x="6954901" y="3065653"/>
                  </a:cubicBezTo>
                  <a:lnTo>
                    <a:pt x="6954901" y="625348"/>
                  </a:lnTo>
                  <a:cubicBezTo>
                    <a:pt x="6954901" y="296926"/>
                    <a:pt x="6687566" y="30480"/>
                    <a:pt x="6357620" y="30480"/>
                  </a:cubicBezTo>
                  <a:lnTo>
                    <a:pt x="627761" y="30480"/>
                  </a:lnTo>
                  <a:lnTo>
                    <a:pt x="627761" y="15240"/>
                  </a:lnTo>
                  <a:lnTo>
                    <a:pt x="627761" y="30480"/>
                  </a:lnTo>
                  <a:cubicBezTo>
                    <a:pt x="297815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2" y="2127647"/>
            <a:ext cx="5216157" cy="658882"/>
            <a:chOff x="0" y="0"/>
            <a:chExt cx="6954876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54901" cy="878459"/>
            </a:xfrm>
            <a:custGeom>
              <a:avLst/>
              <a:gdLst/>
              <a:ahLst/>
              <a:cxnLst/>
              <a:rect r="r" b="b" t="t" l="l"/>
              <a:pathLst>
                <a:path h="878459" w="695490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808470" y="0"/>
                  </a:lnTo>
                  <a:cubicBezTo>
                    <a:pt x="6889369" y="0"/>
                    <a:pt x="6954901" y="65532"/>
                    <a:pt x="6954901" y="146431"/>
                  </a:cubicBezTo>
                  <a:lnTo>
                    <a:pt x="6954901" y="732028"/>
                  </a:lnTo>
                  <a:cubicBezTo>
                    <a:pt x="6954901" y="812927"/>
                    <a:pt x="6889369" y="878459"/>
                    <a:pt x="6808470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2182549"/>
            <a:ext cx="4804353" cy="521618"/>
            <a:chOff x="0" y="0"/>
            <a:chExt cx="6405804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805" cy="695487"/>
            </a:xfrm>
            <a:custGeom>
              <a:avLst/>
              <a:gdLst/>
              <a:ahLst/>
              <a:cxnLst/>
              <a:rect r="r" b="b" t="t" l="l"/>
              <a:pathLst>
                <a:path h="695487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405804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Menghemat kode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1103" y="3038123"/>
            <a:ext cx="4575686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Tidak perlu menulis instruksi yang sama berkali-kali.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49933" y="2116207"/>
            <a:ext cx="5239036" cy="2768222"/>
            <a:chOff x="0" y="0"/>
            <a:chExt cx="6985381" cy="36909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5240" y="15240"/>
              <a:ext cx="6954901" cy="3660521"/>
            </a:xfrm>
            <a:custGeom>
              <a:avLst/>
              <a:gdLst/>
              <a:ahLst/>
              <a:cxnLst/>
              <a:rect r="r" b="b" t="t" l="l"/>
              <a:pathLst>
                <a:path h="3660521" w="6954901">
                  <a:moveTo>
                    <a:pt x="0" y="610108"/>
                  </a:moveTo>
                  <a:cubicBezTo>
                    <a:pt x="0" y="273177"/>
                    <a:pt x="274193" y="0"/>
                    <a:pt x="612521" y="0"/>
                  </a:cubicBezTo>
                  <a:lnTo>
                    <a:pt x="6342380" y="0"/>
                  </a:lnTo>
                  <a:cubicBezTo>
                    <a:pt x="6680708" y="0"/>
                    <a:pt x="6954901" y="273177"/>
                    <a:pt x="6954901" y="610108"/>
                  </a:cubicBezTo>
                  <a:lnTo>
                    <a:pt x="6954901" y="3050413"/>
                  </a:lnTo>
                  <a:cubicBezTo>
                    <a:pt x="6954901" y="3387344"/>
                    <a:pt x="6680708" y="3660521"/>
                    <a:pt x="6342380" y="3660521"/>
                  </a:cubicBezTo>
                  <a:lnTo>
                    <a:pt x="612521" y="3660521"/>
                  </a:lnTo>
                  <a:cubicBezTo>
                    <a:pt x="274193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5381" cy="3691001"/>
            </a:xfrm>
            <a:custGeom>
              <a:avLst/>
              <a:gdLst/>
              <a:ahLst/>
              <a:cxnLst/>
              <a:rect r="r" b="b" t="t" l="l"/>
              <a:pathLst>
                <a:path h="3691001" w="6985381">
                  <a:moveTo>
                    <a:pt x="0" y="625348"/>
                  </a:moveTo>
                  <a:cubicBezTo>
                    <a:pt x="0" y="279908"/>
                    <a:pt x="281051" y="0"/>
                    <a:pt x="627761" y="0"/>
                  </a:cubicBezTo>
                  <a:lnTo>
                    <a:pt x="6357620" y="0"/>
                  </a:lnTo>
                  <a:lnTo>
                    <a:pt x="6357620" y="15240"/>
                  </a:lnTo>
                  <a:lnTo>
                    <a:pt x="6357620" y="0"/>
                  </a:lnTo>
                  <a:cubicBezTo>
                    <a:pt x="6704203" y="0"/>
                    <a:pt x="6985381" y="279908"/>
                    <a:pt x="6985381" y="625348"/>
                  </a:cubicBezTo>
                  <a:lnTo>
                    <a:pt x="6970141" y="625348"/>
                  </a:lnTo>
                  <a:lnTo>
                    <a:pt x="6985381" y="625348"/>
                  </a:lnTo>
                  <a:lnTo>
                    <a:pt x="6985381" y="3065653"/>
                  </a:lnTo>
                  <a:lnTo>
                    <a:pt x="6970141" y="3065653"/>
                  </a:lnTo>
                  <a:lnTo>
                    <a:pt x="6985381" y="3065653"/>
                  </a:lnTo>
                  <a:cubicBezTo>
                    <a:pt x="6985381" y="3411093"/>
                    <a:pt x="6704330" y="3691001"/>
                    <a:pt x="6357620" y="3691001"/>
                  </a:cubicBezTo>
                  <a:lnTo>
                    <a:pt x="6357620" y="3675761"/>
                  </a:lnTo>
                  <a:lnTo>
                    <a:pt x="6357620" y="3691001"/>
                  </a:lnTo>
                  <a:lnTo>
                    <a:pt x="627761" y="3691001"/>
                  </a:lnTo>
                  <a:lnTo>
                    <a:pt x="627761" y="3675761"/>
                  </a:lnTo>
                  <a:lnTo>
                    <a:pt x="627761" y="3691001"/>
                  </a:lnTo>
                  <a:cubicBezTo>
                    <a:pt x="281051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7815" y="3660521"/>
                    <a:pt x="627761" y="3660521"/>
                  </a:cubicBezTo>
                  <a:lnTo>
                    <a:pt x="6357620" y="3660521"/>
                  </a:lnTo>
                  <a:cubicBezTo>
                    <a:pt x="6687566" y="3660521"/>
                    <a:pt x="6954901" y="3394202"/>
                    <a:pt x="6954901" y="3065653"/>
                  </a:cubicBezTo>
                  <a:lnTo>
                    <a:pt x="6954901" y="625348"/>
                  </a:lnTo>
                  <a:cubicBezTo>
                    <a:pt x="6954901" y="296926"/>
                    <a:pt x="6687566" y="30480"/>
                    <a:pt x="6357620" y="30480"/>
                  </a:cubicBezTo>
                  <a:lnTo>
                    <a:pt x="627761" y="30480"/>
                  </a:lnTo>
                  <a:lnTo>
                    <a:pt x="627761" y="15240"/>
                  </a:lnTo>
                  <a:lnTo>
                    <a:pt x="627761" y="30480"/>
                  </a:lnTo>
                  <a:cubicBezTo>
                    <a:pt x="297815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61372" y="2127647"/>
            <a:ext cx="5216157" cy="658882"/>
            <a:chOff x="0" y="0"/>
            <a:chExt cx="6954876" cy="878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54901" cy="878459"/>
            </a:xfrm>
            <a:custGeom>
              <a:avLst/>
              <a:gdLst/>
              <a:ahLst/>
              <a:cxnLst/>
              <a:rect r="r" b="b" t="t" l="l"/>
              <a:pathLst>
                <a:path h="878459" w="695490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808470" y="0"/>
                  </a:lnTo>
                  <a:cubicBezTo>
                    <a:pt x="6889369" y="0"/>
                    <a:pt x="6954901" y="65532"/>
                    <a:pt x="6954901" y="146431"/>
                  </a:cubicBezTo>
                  <a:lnTo>
                    <a:pt x="6954901" y="732028"/>
                  </a:lnTo>
                  <a:cubicBezTo>
                    <a:pt x="6954901" y="812927"/>
                    <a:pt x="6889369" y="878459"/>
                    <a:pt x="6808470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7274" y="2182549"/>
            <a:ext cx="4804353" cy="521618"/>
            <a:chOff x="0" y="0"/>
            <a:chExt cx="6405804" cy="6954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5805" cy="695487"/>
            </a:xfrm>
            <a:custGeom>
              <a:avLst/>
              <a:gdLst/>
              <a:ahLst/>
              <a:cxnLst/>
              <a:rect r="r" b="b" t="t" l="l"/>
              <a:pathLst>
                <a:path h="695487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405804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Mengotomatisasi tugas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81603" y="3038123"/>
            <a:ext cx="4575686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Cocok untuk menampilkan data atau memproses langkah berulang.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50433" y="2116207"/>
            <a:ext cx="5239036" cy="2768222"/>
            <a:chOff x="0" y="0"/>
            <a:chExt cx="6985381" cy="36909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5240" y="15240"/>
              <a:ext cx="6954901" cy="3660521"/>
            </a:xfrm>
            <a:custGeom>
              <a:avLst/>
              <a:gdLst/>
              <a:ahLst/>
              <a:cxnLst/>
              <a:rect r="r" b="b" t="t" l="l"/>
              <a:pathLst>
                <a:path h="3660521" w="6954901">
                  <a:moveTo>
                    <a:pt x="0" y="610108"/>
                  </a:moveTo>
                  <a:cubicBezTo>
                    <a:pt x="0" y="273177"/>
                    <a:pt x="274193" y="0"/>
                    <a:pt x="612521" y="0"/>
                  </a:cubicBezTo>
                  <a:lnTo>
                    <a:pt x="6342380" y="0"/>
                  </a:lnTo>
                  <a:cubicBezTo>
                    <a:pt x="6680708" y="0"/>
                    <a:pt x="6954901" y="273177"/>
                    <a:pt x="6954901" y="610108"/>
                  </a:cubicBezTo>
                  <a:lnTo>
                    <a:pt x="6954901" y="3050413"/>
                  </a:lnTo>
                  <a:cubicBezTo>
                    <a:pt x="6954901" y="3387344"/>
                    <a:pt x="6680708" y="3660521"/>
                    <a:pt x="6342380" y="3660521"/>
                  </a:cubicBezTo>
                  <a:lnTo>
                    <a:pt x="612521" y="3660521"/>
                  </a:lnTo>
                  <a:cubicBezTo>
                    <a:pt x="274193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381" cy="3691001"/>
            </a:xfrm>
            <a:custGeom>
              <a:avLst/>
              <a:gdLst/>
              <a:ahLst/>
              <a:cxnLst/>
              <a:rect r="r" b="b" t="t" l="l"/>
              <a:pathLst>
                <a:path h="3691001" w="6985381">
                  <a:moveTo>
                    <a:pt x="0" y="625348"/>
                  </a:moveTo>
                  <a:cubicBezTo>
                    <a:pt x="0" y="279908"/>
                    <a:pt x="281051" y="0"/>
                    <a:pt x="627761" y="0"/>
                  </a:cubicBezTo>
                  <a:lnTo>
                    <a:pt x="6357620" y="0"/>
                  </a:lnTo>
                  <a:lnTo>
                    <a:pt x="6357620" y="15240"/>
                  </a:lnTo>
                  <a:lnTo>
                    <a:pt x="6357620" y="0"/>
                  </a:lnTo>
                  <a:cubicBezTo>
                    <a:pt x="6704203" y="0"/>
                    <a:pt x="6985381" y="279908"/>
                    <a:pt x="6985381" y="625348"/>
                  </a:cubicBezTo>
                  <a:lnTo>
                    <a:pt x="6970141" y="625348"/>
                  </a:lnTo>
                  <a:lnTo>
                    <a:pt x="6985381" y="625348"/>
                  </a:lnTo>
                  <a:lnTo>
                    <a:pt x="6985381" y="3065653"/>
                  </a:lnTo>
                  <a:lnTo>
                    <a:pt x="6970141" y="3065653"/>
                  </a:lnTo>
                  <a:lnTo>
                    <a:pt x="6985381" y="3065653"/>
                  </a:lnTo>
                  <a:cubicBezTo>
                    <a:pt x="6985381" y="3411093"/>
                    <a:pt x="6704330" y="3691001"/>
                    <a:pt x="6357620" y="3691001"/>
                  </a:cubicBezTo>
                  <a:lnTo>
                    <a:pt x="6357620" y="3675761"/>
                  </a:lnTo>
                  <a:lnTo>
                    <a:pt x="6357620" y="3691001"/>
                  </a:lnTo>
                  <a:lnTo>
                    <a:pt x="627761" y="3691001"/>
                  </a:lnTo>
                  <a:lnTo>
                    <a:pt x="627761" y="3675761"/>
                  </a:lnTo>
                  <a:lnTo>
                    <a:pt x="627761" y="3691001"/>
                  </a:lnTo>
                  <a:cubicBezTo>
                    <a:pt x="281051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7815" y="3660521"/>
                    <a:pt x="627761" y="3660521"/>
                  </a:cubicBezTo>
                  <a:lnTo>
                    <a:pt x="6357620" y="3660521"/>
                  </a:lnTo>
                  <a:cubicBezTo>
                    <a:pt x="6687566" y="3660521"/>
                    <a:pt x="6954901" y="3394202"/>
                    <a:pt x="6954901" y="3065653"/>
                  </a:cubicBezTo>
                  <a:lnTo>
                    <a:pt x="6954901" y="625348"/>
                  </a:lnTo>
                  <a:cubicBezTo>
                    <a:pt x="6954901" y="296926"/>
                    <a:pt x="6687566" y="30480"/>
                    <a:pt x="6357620" y="30480"/>
                  </a:cubicBezTo>
                  <a:lnTo>
                    <a:pt x="627761" y="30480"/>
                  </a:lnTo>
                  <a:lnTo>
                    <a:pt x="627761" y="15240"/>
                  </a:lnTo>
                  <a:lnTo>
                    <a:pt x="627761" y="30480"/>
                  </a:lnTo>
                  <a:cubicBezTo>
                    <a:pt x="297815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61872" y="2127647"/>
            <a:ext cx="5216157" cy="658882"/>
            <a:chOff x="0" y="0"/>
            <a:chExt cx="6954876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54901" cy="878459"/>
            </a:xfrm>
            <a:custGeom>
              <a:avLst/>
              <a:gdLst/>
              <a:ahLst/>
              <a:cxnLst/>
              <a:rect r="r" b="b" t="t" l="l"/>
              <a:pathLst>
                <a:path h="878459" w="6954901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808470" y="0"/>
                  </a:lnTo>
                  <a:cubicBezTo>
                    <a:pt x="6889369" y="0"/>
                    <a:pt x="6954901" y="65532"/>
                    <a:pt x="6954901" y="146431"/>
                  </a:cubicBezTo>
                  <a:lnTo>
                    <a:pt x="6954901" y="732028"/>
                  </a:lnTo>
                  <a:cubicBezTo>
                    <a:pt x="6954901" y="812927"/>
                    <a:pt x="6889369" y="878459"/>
                    <a:pt x="6808470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7B58C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67774" y="2182549"/>
            <a:ext cx="4804353" cy="521618"/>
            <a:chOff x="0" y="0"/>
            <a:chExt cx="6405804" cy="695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5805" cy="695487"/>
            </a:xfrm>
            <a:custGeom>
              <a:avLst/>
              <a:gdLst/>
              <a:ahLst/>
              <a:cxnLst/>
              <a:rect r="r" b="b" t="t" l="l"/>
              <a:pathLst>
                <a:path h="695487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405804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Menjaga alur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482112" y="3038123"/>
            <a:ext cx="4575686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Program mengulang selama kondisi masih bernilai benar.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8554" y="5769740"/>
            <a:ext cx="15639431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0E2B5B"/>
                </a:solidFill>
                <a:latin typeface="Aptos Bold"/>
                <a:ea typeface="Aptos Bold"/>
                <a:cs typeface="Aptos Bold"/>
                <a:sym typeface="Aptos Bold"/>
              </a:rPr>
              <a:t>Kapan do while digunakan?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2404" y="6524711"/>
            <a:ext cx="15154475" cy="198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Saat instruksi harus dilakukan setidaknya satu kali.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Saat kondisi baru bisa dinilai setelah proses dilakukan.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Contoh: menampilkan menu minimal sekali, meminta input, atau mengulang proses sederhana.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 — Sintaks Dasar do while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Contoh sintaks menggunakan JavaScript.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984" y="2257758"/>
            <a:ext cx="8662130" cy="3240081"/>
            <a:chOff x="0" y="0"/>
            <a:chExt cx="11549507" cy="43201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11530457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530457">
                  <a:moveTo>
                    <a:pt x="0" y="716915"/>
                  </a:moveTo>
                  <a:cubicBezTo>
                    <a:pt x="0" y="320929"/>
                    <a:pt x="321818" y="0"/>
                    <a:pt x="718820" y="0"/>
                  </a:cubicBezTo>
                  <a:lnTo>
                    <a:pt x="10811637" y="0"/>
                  </a:lnTo>
                  <a:cubicBezTo>
                    <a:pt x="11208639" y="0"/>
                    <a:pt x="11530457" y="320929"/>
                    <a:pt x="11530457" y="716915"/>
                  </a:cubicBezTo>
                  <a:lnTo>
                    <a:pt x="11530457" y="3584194"/>
                  </a:lnTo>
                  <a:cubicBezTo>
                    <a:pt x="11530457" y="3980053"/>
                    <a:pt x="11208639" y="4301109"/>
                    <a:pt x="10811637" y="4301109"/>
                  </a:cubicBezTo>
                  <a:lnTo>
                    <a:pt x="718820" y="4301109"/>
                  </a:lnTo>
                  <a:cubicBezTo>
                    <a:pt x="321818" y="4301109"/>
                    <a:pt x="0" y="3980180"/>
                    <a:pt x="0" y="3584194"/>
                  </a:cubicBezTo>
                  <a:close/>
                </a:path>
              </a:pathLst>
            </a:custGeom>
            <a:solidFill>
              <a:srgbClr val="141F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49507" cy="4320159"/>
            </a:xfrm>
            <a:custGeom>
              <a:avLst/>
              <a:gdLst/>
              <a:ahLst/>
              <a:cxnLst/>
              <a:rect r="r" b="b" t="t" l="l"/>
              <a:pathLst>
                <a:path h="4320159" w="11549507">
                  <a:moveTo>
                    <a:pt x="0" y="726440"/>
                  </a:moveTo>
                  <a:cubicBezTo>
                    <a:pt x="0" y="325247"/>
                    <a:pt x="326136" y="0"/>
                    <a:pt x="728345" y="0"/>
                  </a:cubicBezTo>
                  <a:lnTo>
                    <a:pt x="10821162" y="0"/>
                  </a:lnTo>
                  <a:lnTo>
                    <a:pt x="10821162" y="9525"/>
                  </a:lnTo>
                  <a:lnTo>
                    <a:pt x="10821162" y="0"/>
                  </a:lnTo>
                  <a:cubicBezTo>
                    <a:pt x="11223371" y="0"/>
                    <a:pt x="11549507" y="325247"/>
                    <a:pt x="11549507" y="726440"/>
                  </a:cubicBezTo>
                  <a:lnTo>
                    <a:pt x="11539982" y="726440"/>
                  </a:lnTo>
                  <a:lnTo>
                    <a:pt x="11549507" y="726440"/>
                  </a:lnTo>
                  <a:lnTo>
                    <a:pt x="11549507" y="3593719"/>
                  </a:lnTo>
                  <a:lnTo>
                    <a:pt x="11539982" y="3593719"/>
                  </a:lnTo>
                  <a:lnTo>
                    <a:pt x="11549507" y="3593719"/>
                  </a:lnTo>
                  <a:cubicBezTo>
                    <a:pt x="11549507" y="3994912"/>
                    <a:pt x="11223371" y="4320159"/>
                    <a:pt x="10821162" y="4320159"/>
                  </a:cubicBezTo>
                  <a:lnTo>
                    <a:pt x="10821162" y="4310634"/>
                  </a:lnTo>
                  <a:lnTo>
                    <a:pt x="10821162" y="4320159"/>
                  </a:lnTo>
                  <a:lnTo>
                    <a:pt x="728345" y="4320159"/>
                  </a:lnTo>
                  <a:lnTo>
                    <a:pt x="728345" y="4310634"/>
                  </a:lnTo>
                  <a:lnTo>
                    <a:pt x="728345" y="4320159"/>
                  </a:lnTo>
                  <a:cubicBezTo>
                    <a:pt x="326136" y="4320159"/>
                    <a:pt x="0" y="3994912"/>
                    <a:pt x="0" y="3593719"/>
                  </a:cubicBezTo>
                  <a:lnTo>
                    <a:pt x="0" y="726440"/>
                  </a:lnTo>
                  <a:lnTo>
                    <a:pt x="9525" y="726440"/>
                  </a:lnTo>
                  <a:lnTo>
                    <a:pt x="0" y="726440"/>
                  </a:lnTo>
                  <a:moveTo>
                    <a:pt x="19050" y="726440"/>
                  </a:moveTo>
                  <a:lnTo>
                    <a:pt x="19050" y="3593719"/>
                  </a:lnTo>
                  <a:lnTo>
                    <a:pt x="9525" y="3593719"/>
                  </a:lnTo>
                  <a:lnTo>
                    <a:pt x="19050" y="3593719"/>
                  </a:lnTo>
                  <a:cubicBezTo>
                    <a:pt x="19050" y="3984371"/>
                    <a:pt x="336550" y="4300982"/>
                    <a:pt x="728345" y="4300982"/>
                  </a:cubicBezTo>
                  <a:lnTo>
                    <a:pt x="10821162" y="4300982"/>
                  </a:lnTo>
                  <a:cubicBezTo>
                    <a:pt x="11212957" y="4300982"/>
                    <a:pt x="11530457" y="3984244"/>
                    <a:pt x="11530457" y="3593719"/>
                  </a:cubicBezTo>
                  <a:lnTo>
                    <a:pt x="11530457" y="726440"/>
                  </a:lnTo>
                  <a:cubicBezTo>
                    <a:pt x="11530457" y="335788"/>
                    <a:pt x="11212957" y="19177"/>
                    <a:pt x="10821162" y="19177"/>
                  </a:cubicBezTo>
                  <a:lnTo>
                    <a:pt x="728345" y="19177"/>
                  </a:lnTo>
                  <a:lnTo>
                    <a:pt x="728345" y="9525"/>
                  </a:lnTo>
                  <a:lnTo>
                    <a:pt x="728345" y="19050"/>
                  </a:lnTo>
                  <a:cubicBezTo>
                    <a:pt x="336550" y="19050"/>
                    <a:pt x="19050" y="335788"/>
                    <a:pt x="19050" y="726440"/>
                  </a:cubicBezTo>
                  <a:close/>
                </a:path>
              </a:pathLst>
            </a:custGeom>
            <a:solidFill>
              <a:srgbClr val="141F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5216" y="2376678"/>
            <a:ext cx="8153676" cy="294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do {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// instruksi yang akan diulang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} while (kondisi);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3600" y="2253472"/>
            <a:ext cx="6748977" cy="3248654"/>
            <a:chOff x="0" y="0"/>
            <a:chExt cx="8998636" cy="4331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240" y="15240"/>
              <a:ext cx="8968106" cy="4301109"/>
            </a:xfrm>
            <a:custGeom>
              <a:avLst/>
              <a:gdLst/>
              <a:ahLst/>
              <a:cxnLst/>
              <a:rect r="r" b="b" t="t" l="l"/>
              <a:pathLst>
                <a:path h="4301109" w="8968106">
                  <a:moveTo>
                    <a:pt x="0" y="716915"/>
                  </a:moveTo>
                  <a:cubicBezTo>
                    <a:pt x="0" y="320929"/>
                    <a:pt x="322199" y="0"/>
                    <a:pt x="719455" y="0"/>
                  </a:cubicBezTo>
                  <a:lnTo>
                    <a:pt x="8248650" y="0"/>
                  </a:lnTo>
                  <a:cubicBezTo>
                    <a:pt x="8646033" y="0"/>
                    <a:pt x="8968105" y="320929"/>
                    <a:pt x="8968105" y="716915"/>
                  </a:cubicBezTo>
                  <a:lnTo>
                    <a:pt x="8968105" y="3584194"/>
                  </a:lnTo>
                  <a:cubicBezTo>
                    <a:pt x="8968105" y="3980053"/>
                    <a:pt x="8646033" y="4301109"/>
                    <a:pt x="8248650" y="4301109"/>
                  </a:cubicBezTo>
                  <a:lnTo>
                    <a:pt x="719455" y="4301109"/>
                  </a:lnTo>
                  <a:cubicBezTo>
                    <a:pt x="322072" y="4301109"/>
                    <a:pt x="0" y="3980180"/>
                    <a:pt x="0" y="35841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98585" cy="4331589"/>
            </a:xfrm>
            <a:custGeom>
              <a:avLst/>
              <a:gdLst/>
              <a:ahLst/>
              <a:cxnLst/>
              <a:rect r="r" b="b" t="t" l="l"/>
              <a:pathLst>
                <a:path h="4331589" w="8998585">
                  <a:moveTo>
                    <a:pt x="0" y="732155"/>
                  </a:moveTo>
                  <a:cubicBezTo>
                    <a:pt x="0" y="327660"/>
                    <a:pt x="329057" y="0"/>
                    <a:pt x="734695" y="0"/>
                  </a:cubicBezTo>
                  <a:lnTo>
                    <a:pt x="8263890" y="0"/>
                  </a:lnTo>
                  <a:lnTo>
                    <a:pt x="8263890" y="15240"/>
                  </a:lnTo>
                  <a:lnTo>
                    <a:pt x="8263890" y="0"/>
                  </a:lnTo>
                  <a:cubicBezTo>
                    <a:pt x="8669655" y="0"/>
                    <a:pt x="8998585" y="327660"/>
                    <a:pt x="8998585" y="732155"/>
                  </a:cubicBezTo>
                  <a:lnTo>
                    <a:pt x="8983345" y="732155"/>
                  </a:lnTo>
                  <a:lnTo>
                    <a:pt x="8998585" y="732155"/>
                  </a:lnTo>
                  <a:lnTo>
                    <a:pt x="8998585" y="3599434"/>
                  </a:lnTo>
                  <a:lnTo>
                    <a:pt x="8983345" y="3599434"/>
                  </a:lnTo>
                  <a:lnTo>
                    <a:pt x="8998585" y="3599434"/>
                  </a:lnTo>
                  <a:cubicBezTo>
                    <a:pt x="8998585" y="4003802"/>
                    <a:pt x="8669528" y="4331589"/>
                    <a:pt x="8263890" y="4331589"/>
                  </a:cubicBezTo>
                  <a:lnTo>
                    <a:pt x="8263890" y="4316349"/>
                  </a:lnTo>
                  <a:lnTo>
                    <a:pt x="8263890" y="4331589"/>
                  </a:lnTo>
                  <a:lnTo>
                    <a:pt x="734695" y="4331589"/>
                  </a:lnTo>
                  <a:lnTo>
                    <a:pt x="734695" y="4316349"/>
                  </a:lnTo>
                  <a:lnTo>
                    <a:pt x="734695" y="4331589"/>
                  </a:lnTo>
                  <a:cubicBezTo>
                    <a:pt x="329057" y="4331589"/>
                    <a:pt x="0" y="4003802"/>
                    <a:pt x="0" y="3599434"/>
                  </a:cubicBezTo>
                  <a:lnTo>
                    <a:pt x="0" y="732155"/>
                  </a:lnTo>
                  <a:lnTo>
                    <a:pt x="15240" y="732155"/>
                  </a:lnTo>
                  <a:lnTo>
                    <a:pt x="0" y="732155"/>
                  </a:lnTo>
                  <a:moveTo>
                    <a:pt x="30480" y="732155"/>
                  </a:moveTo>
                  <a:lnTo>
                    <a:pt x="30480" y="3599434"/>
                  </a:lnTo>
                  <a:lnTo>
                    <a:pt x="15240" y="3599434"/>
                  </a:lnTo>
                  <a:lnTo>
                    <a:pt x="30480" y="3599434"/>
                  </a:lnTo>
                  <a:cubicBezTo>
                    <a:pt x="30480" y="3986911"/>
                    <a:pt x="345694" y="4300982"/>
                    <a:pt x="734695" y="4300982"/>
                  </a:cubicBezTo>
                  <a:lnTo>
                    <a:pt x="8263890" y="4300982"/>
                  </a:lnTo>
                  <a:cubicBezTo>
                    <a:pt x="8652891" y="4300982"/>
                    <a:pt x="8968105" y="3986784"/>
                    <a:pt x="8968105" y="3599434"/>
                  </a:cubicBezTo>
                  <a:lnTo>
                    <a:pt x="8968105" y="732155"/>
                  </a:lnTo>
                  <a:cubicBezTo>
                    <a:pt x="8968105" y="344678"/>
                    <a:pt x="8652891" y="30607"/>
                    <a:pt x="8263890" y="30607"/>
                  </a:cubicBezTo>
                  <a:lnTo>
                    <a:pt x="734695" y="30607"/>
                  </a:lnTo>
                  <a:lnTo>
                    <a:pt x="734695" y="15240"/>
                  </a:lnTo>
                  <a:lnTo>
                    <a:pt x="734695" y="30480"/>
                  </a:lnTo>
                  <a:cubicBezTo>
                    <a:pt x="345694" y="30480"/>
                    <a:pt x="30480" y="344678"/>
                    <a:pt x="30480" y="732155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5039" y="2264912"/>
            <a:ext cx="6726098" cy="658882"/>
            <a:chOff x="0" y="0"/>
            <a:chExt cx="8968130" cy="8785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68105" cy="878459"/>
            </a:xfrm>
            <a:custGeom>
              <a:avLst/>
              <a:gdLst/>
              <a:ahLst/>
              <a:cxnLst/>
              <a:rect r="r" b="b" t="t" l="l"/>
              <a:pathLst>
                <a:path h="878459" w="896810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8821674" y="0"/>
                  </a:lnTo>
                  <a:cubicBezTo>
                    <a:pt x="8902573" y="0"/>
                    <a:pt x="8968105" y="65532"/>
                    <a:pt x="8968105" y="146431"/>
                  </a:cubicBezTo>
                  <a:lnTo>
                    <a:pt x="8968105" y="732028"/>
                  </a:lnTo>
                  <a:cubicBezTo>
                    <a:pt x="8968105" y="812927"/>
                    <a:pt x="8902573" y="878459"/>
                    <a:pt x="882167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7B58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500941" y="2319814"/>
            <a:ext cx="6314294" cy="521618"/>
            <a:chOff x="0" y="0"/>
            <a:chExt cx="8419059" cy="695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9057" cy="695487"/>
            </a:xfrm>
            <a:custGeom>
              <a:avLst/>
              <a:gdLst/>
              <a:ahLst/>
              <a:cxnLst/>
              <a:rect r="r" b="b" t="t" l="l"/>
              <a:pathLst>
                <a:path h="695487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419059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Bagian-bagian sintaks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15279" y="3175387"/>
            <a:ext cx="6085627" cy="20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do: menandai awal blok perintah.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{ }: membatasi instruksi yang diulang.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while: memeriksa kondisi setelah blok selesai.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• ;: mengakhiri pernyataan do...while.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28258" y="6238513"/>
            <a:ext cx="15731395" cy="1592875"/>
            <a:chOff x="0" y="0"/>
            <a:chExt cx="20975193" cy="2123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525" y="9525"/>
              <a:ext cx="20956270" cy="2104771"/>
            </a:xfrm>
            <a:custGeom>
              <a:avLst/>
              <a:gdLst/>
              <a:ahLst/>
              <a:cxnLst/>
              <a:rect r="r" b="b" t="t" l="l"/>
              <a:pathLst>
                <a:path h="2104771" w="20956270">
                  <a:moveTo>
                    <a:pt x="0" y="350774"/>
                  </a:moveTo>
                  <a:cubicBezTo>
                    <a:pt x="0" y="157099"/>
                    <a:pt x="158369" y="0"/>
                    <a:pt x="353695" y="0"/>
                  </a:cubicBezTo>
                  <a:lnTo>
                    <a:pt x="20602575" y="0"/>
                  </a:lnTo>
                  <a:cubicBezTo>
                    <a:pt x="20797901" y="0"/>
                    <a:pt x="20956270" y="157099"/>
                    <a:pt x="20956270" y="350774"/>
                  </a:cubicBezTo>
                  <a:lnTo>
                    <a:pt x="20956270" y="1753997"/>
                  </a:lnTo>
                  <a:cubicBezTo>
                    <a:pt x="20956270" y="1947799"/>
                    <a:pt x="20797901" y="2104771"/>
                    <a:pt x="20602575" y="2104771"/>
                  </a:cubicBezTo>
                  <a:lnTo>
                    <a:pt x="353695" y="2104771"/>
                  </a:lnTo>
                  <a:cubicBezTo>
                    <a:pt x="158369" y="2104771"/>
                    <a:pt x="0" y="1947672"/>
                    <a:pt x="0" y="1753997"/>
                  </a:cubicBezTo>
                  <a:close/>
                </a:path>
              </a:pathLst>
            </a:custGeom>
            <a:solidFill>
              <a:srgbClr val="FFF8D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975320" cy="2123821"/>
            </a:xfrm>
            <a:custGeom>
              <a:avLst/>
              <a:gdLst/>
              <a:ahLst/>
              <a:cxnLst/>
              <a:rect r="r" b="b" t="t" l="l"/>
              <a:pathLst>
                <a:path h="2123821" w="20975320">
                  <a:moveTo>
                    <a:pt x="0" y="360299"/>
                  </a:moveTo>
                  <a:cubicBezTo>
                    <a:pt x="0" y="161290"/>
                    <a:pt x="162687" y="0"/>
                    <a:pt x="363220" y="0"/>
                  </a:cubicBezTo>
                  <a:lnTo>
                    <a:pt x="20612100" y="0"/>
                  </a:lnTo>
                  <a:lnTo>
                    <a:pt x="20612100" y="9525"/>
                  </a:lnTo>
                  <a:lnTo>
                    <a:pt x="20612100" y="0"/>
                  </a:lnTo>
                  <a:cubicBezTo>
                    <a:pt x="20812633" y="0"/>
                    <a:pt x="20975320" y="161290"/>
                    <a:pt x="20975320" y="360299"/>
                  </a:cubicBezTo>
                  <a:lnTo>
                    <a:pt x="20965795" y="360299"/>
                  </a:lnTo>
                  <a:lnTo>
                    <a:pt x="20975320" y="360299"/>
                  </a:lnTo>
                  <a:lnTo>
                    <a:pt x="20975320" y="1763522"/>
                  </a:lnTo>
                  <a:lnTo>
                    <a:pt x="20965795" y="1763522"/>
                  </a:lnTo>
                  <a:lnTo>
                    <a:pt x="20975320" y="1763522"/>
                  </a:lnTo>
                  <a:cubicBezTo>
                    <a:pt x="20975320" y="1962658"/>
                    <a:pt x="20812633" y="2123821"/>
                    <a:pt x="20612100" y="2123821"/>
                  </a:cubicBezTo>
                  <a:lnTo>
                    <a:pt x="20612100" y="2114296"/>
                  </a:lnTo>
                  <a:lnTo>
                    <a:pt x="20612100" y="2123821"/>
                  </a:lnTo>
                  <a:lnTo>
                    <a:pt x="363220" y="2123821"/>
                  </a:lnTo>
                  <a:lnTo>
                    <a:pt x="363220" y="2114296"/>
                  </a:lnTo>
                  <a:lnTo>
                    <a:pt x="363220" y="2123821"/>
                  </a:lnTo>
                  <a:cubicBezTo>
                    <a:pt x="162687" y="2123821"/>
                    <a:pt x="0" y="1962531"/>
                    <a:pt x="0" y="1763522"/>
                  </a:cubicBezTo>
                  <a:lnTo>
                    <a:pt x="0" y="360299"/>
                  </a:lnTo>
                  <a:lnTo>
                    <a:pt x="9525" y="360299"/>
                  </a:lnTo>
                  <a:lnTo>
                    <a:pt x="0" y="360299"/>
                  </a:lnTo>
                  <a:moveTo>
                    <a:pt x="19050" y="360299"/>
                  </a:moveTo>
                  <a:lnTo>
                    <a:pt x="19050" y="1763522"/>
                  </a:lnTo>
                  <a:lnTo>
                    <a:pt x="9525" y="1763522"/>
                  </a:lnTo>
                  <a:lnTo>
                    <a:pt x="19050" y="1763522"/>
                  </a:lnTo>
                  <a:cubicBezTo>
                    <a:pt x="19050" y="1951990"/>
                    <a:pt x="173101" y="2104771"/>
                    <a:pt x="363220" y="2104771"/>
                  </a:cubicBezTo>
                  <a:lnTo>
                    <a:pt x="20612100" y="2104771"/>
                  </a:lnTo>
                  <a:cubicBezTo>
                    <a:pt x="20802219" y="2104771"/>
                    <a:pt x="20956270" y="1951863"/>
                    <a:pt x="20956270" y="1763522"/>
                  </a:cubicBezTo>
                  <a:lnTo>
                    <a:pt x="20956270" y="360299"/>
                  </a:lnTo>
                  <a:cubicBezTo>
                    <a:pt x="20956270" y="171831"/>
                    <a:pt x="20802219" y="19050"/>
                    <a:pt x="20612100" y="19050"/>
                  </a:cubicBezTo>
                  <a:lnTo>
                    <a:pt x="363220" y="19050"/>
                  </a:lnTo>
                  <a:lnTo>
                    <a:pt x="363220" y="9525"/>
                  </a:lnTo>
                  <a:lnTo>
                    <a:pt x="363220" y="19050"/>
                  </a:lnTo>
                  <a:cubicBezTo>
                    <a:pt x="173101" y="19050"/>
                    <a:pt x="19050" y="171958"/>
                    <a:pt x="19050" y="360299"/>
                  </a:cubicBezTo>
                  <a:close/>
                </a:path>
              </a:pathLst>
            </a:custGeom>
            <a:solidFill>
              <a:srgbClr val="FFD241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51721" y="6634524"/>
            <a:ext cx="14884460" cy="74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E3049"/>
                </a:solidFill>
                <a:latin typeface="Aptos Bold"/>
                <a:ea typeface="Aptos Bold"/>
                <a:cs typeface="Aptos Bold"/>
                <a:sym typeface="Aptos Bold"/>
              </a:rPr>
              <a:t>Penting: kondisi harus dapat berubah agar perulangan bisa berhenti. Jika selalu true, program dapat berulang tanpa henti.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 — Flowchart Perulangan do while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Diagram alur untuk program menampilkan angka 1–5.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91280" y="1700584"/>
            <a:ext cx="3119018" cy="785470"/>
            <a:chOff x="0" y="0"/>
            <a:chExt cx="4158691" cy="10472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0320" y="20320"/>
              <a:ext cx="4117975" cy="1006602"/>
            </a:xfrm>
            <a:custGeom>
              <a:avLst/>
              <a:gdLst/>
              <a:ahLst/>
              <a:cxnLst/>
              <a:rect r="r" b="b" t="t" l="l"/>
              <a:pathLst>
                <a:path h="1006602" w="4117975">
                  <a:moveTo>
                    <a:pt x="0" y="503301"/>
                  </a:moveTo>
                  <a:cubicBezTo>
                    <a:pt x="0" y="225298"/>
                    <a:pt x="921893" y="0"/>
                    <a:pt x="2059051" y="0"/>
                  </a:cubicBezTo>
                  <a:cubicBezTo>
                    <a:pt x="3196209" y="0"/>
                    <a:pt x="4117975" y="225298"/>
                    <a:pt x="4117975" y="503301"/>
                  </a:cubicBezTo>
                  <a:cubicBezTo>
                    <a:pt x="4117975" y="781304"/>
                    <a:pt x="3196209" y="1006602"/>
                    <a:pt x="2059051" y="1006602"/>
                  </a:cubicBezTo>
                  <a:cubicBezTo>
                    <a:pt x="921893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8742" cy="1047242"/>
            </a:xfrm>
            <a:custGeom>
              <a:avLst/>
              <a:gdLst/>
              <a:ahLst/>
              <a:cxnLst/>
              <a:rect r="r" b="b" t="t" l="l"/>
              <a:pathLst>
                <a:path h="1047242" w="4158742">
                  <a:moveTo>
                    <a:pt x="0" y="523621"/>
                  </a:moveTo>
                  <a:lnTo>
                    <a:pt x="20320" y="523621"/>
                  </a:lnTo>
                  <a:lnTo>
                    <a:pt x="0" y="523621"/>
                  </a:lnTo>
                  <a:cubicBezTo>
                    <a:pt x="0" y="220091"/>
                    <a:pt x="956437" y="0"/>
                    <a:pt x="2079371" y="0"/>
                  </a:cubicBezTo>
                  <a:cubicBezTo>
                    <a:pt x="3202305" y="0"/>
                    <a:pt x="4158742" y="220091"/>
                    <a:pt x="4158742" y="523621"/>
                  </a:cubicBezTo>
                  <a:cubicBezTo>
                    <a:pt x="4158742" y="827151"/>
                    <a:pt x="3202305" y="1047242"/>
                    <a:pt x="2079371" y="1047242"/>
                  </a:cubicBezTo>
                  <a:lnTo>
                    <a:pt x="2079371" y="1026922"/>
                  </a:lnTo>
                  <a:lnTo>
                    <a:pt x="2079371" y="1047242"/>
                  </a:lnTo>
                  <a:cubicBezTo>
                    <a:pt x="956437" y="1047242"/>
                    <a:pt x="0" y="827151"/>
                    <a:pt x="0" y="523621"/>
                  </a:cubicBezTo>
                  <a:lnTo>
                    <a:pt x="20320" y="523621"/>
                  </a:lnTo>
                  <a:lnTo>
                    <a:pt x="40640" y="523621"/>
                  </a:lnTo>
                  <a:lnTo>
                    <a:pt x="20320" y="523621"/>
                  </a:lnTo>
                  <a:lnTo>
                    <a:pt x="0" y="523621"/>
                  </a:lnTo>
                  <a:moveTo>
                    <a:pt x="40640" y="523621"/>
                  </a:moveTo>
                  <a:cubicBezTo>
                    <a:pt x="40640" y="534797"/>
                    <a:pt x="31496" y="543941"/>
                    <a:pt x="20320" y="543941"/>
                  </a:cubicBezTo>
                  <a:cubicBezTo>
                    <a:pt x="9144" y="543941"/>
                    <a:pt x="0" y="534924"/>
                    <a:pt x="0" y="523621"/>
                  </a:cubicBezTo>
                  <a:cubicBezTo>
                    <a:pt x="0" y="512318"/>
                    <a:pt x="9144" y="503301"/>
                    <a:pt x="20320" y="503301"/>
                  </a:cubicBezTo>
                  <a:cubicBezTo>
                    <a:pt x="31496" y="503301"/>
                    <a:pt x="40640" y="512445"/>
                    <a:pt x="40640" y="523621"/>
                  </a:cubicBezTo>
                  <a:cubicBezTo>
                    <a:pt x="40640" y="775970"/>
                    <a:pt x="927862" y="1006602"/>
                    <a:pt x="2079371" y="1006602"/>
                  </a:cubicBezTo>
                  <a:cubicBezTo>
                    <a:pt x="3230880" y="1006602"/>
                    <a:pt x="4117975" y="776097"/>
                    <a:pt x="4117975" y="523621"/>
                  </a:cubicBezTo>
                  <a:lnTo>
                    <a:pt x="4138295" y="523621"/>
                  </a:lnTo>
                  <a:lnTo>
                    <a:pt x="4117975" y="523621"/>
                  </a:lnTo>
                  <a:cubicBezTo>
                    <a:pt x="4117975" y="271272"/>
                    <a:pt x="3230753" y="40640"/>
                    <a:pt x="2079244" y="40640"/>
                  </a:cubicBezTo>
                  <a:lnTo>
                    <a:pt x="2079244" y="20320"/>
                  </a:lnTo>
                  <a:lnTo>
                    <a:pt x="2079244" y="40640"/>
                  </a:lnTo>
                  <a:cubicBezTo>
                    <a:pt x="927989" y="40640"/>
                    <a:pt x="40640" y="271272"/>
                    <a:pt x="40640" y="523621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158691" cy="1056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91280" y="2798721"/>
            <a:ext cx="3119018" cy="826656"/>
            <a:chOff x="0" y="0"/>
            <a:chExt cx="4158691" cy="11022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0320" y="20320"/>
              <a:ext cx="4117975" cy="1061593"/>
            </a:xfrm>
            <a:custGeom>
              <a:avLst/>
              <a:gdLst/>
              <a:ahLst/>
              <a:cxnLst/>
              <a:rect r="r" b="b" t="t" l="l"/>
              <a:pathLst>
                <a:path h="1061593" w="4117975">
                  <a:moveTo>
                    <a:pt x="0" y="176911"/>
                  </a:moveTo>
                  <a:cubicBezTo>
                    <a:pt x="0" y="79248"/>
                    <a:pt x="81407" y="0"/>
                    <a:pt x="181864" y="0"/>
                  </a:cubicBezTo>
                  <a:lnTo>
                    <a:pt x="3936111" y="0"/>
                  </a:lnTo>
                  <a:cubicBezTo>
                    <a:pt x="4036568" y="0"/>
                    <a:pt x="4117975" y="79248"/>
                    <a:pt x="4117975" y="176911"/>
                  </a:cubicBezTo>
                  <a:lnTo>
                    <a:pt x="4117975" y="884682"/>
                  </a:lnTo>
                  <a:cubicBezTo>
                    <a:pt x="4117975" y="982345"/>
                    <a:pt x="4036568" y="1061593"/>
                    <a:pt x="3936111" y="1061593"/>
                  </a:cubicBezTo>
                  <a:lnTo>
                    <a:pt x="181864" y="1061593"/>
                  </a:lnTo>
                  <a:cubicBezTo>
                    <a:pt x="81407" y="1061593"/>
                    <a:pt x="0" y="982345"/>
                    <a:pt x="0" y="884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58615" cy="1102233"/>
            </a:xfrm>
            <a:custGeom>
              <a:avLst/>
              <a:gdLst/>
              <a:ahLst/>
              <a:cxnLst/>
              <a:rect r="r" b="b" t="t" l="l"/>
              <a:pathLst>
                <a:path h="1102233" w="4158615">
                  <a:moveTo>
                    <a:pt x="0" y="197231"/>
                  </a:moveTo>
                  <a:cubicBezTo>
                    <a:pt x="0" y="87757"/>
                    <a:pt x="91059" y="0"/>
                    <a:pt x="202184" y="0"/>
                  </a:cubicBezTo>
                  <a:lnTo>
                    <a:pt x="3956431" y="0"/>
                  </a:lnTo>
                  <a:lnTo>
                    <a:pt x="3956431" y="20320"/>
                  </a:lnTo>
                  <a:lnTo>
                    <a:pt x="3956431" y="0"/>
                  </a:lnTo>
                  <a:cubicBezTo>
                    <a:pt x="4067556" y="0"/>
                    <a:pt x="4158615" y="87757"/>
                    <a:pt x="4158615" y="197231"/>
                  </a:cubicBezTo>
                  <a:lnTo>
                    <a:pt x="4138295" y="197231"/>
                  </a:lnTo>
                  <a:lnTo>
                    <a:pt x="4158615" y="197231"/>
                  </a:lnTo>
                  <a:lnTo>
                    <a:pt x="4158615" y="905002"/>
                  </a:lnTo>
                  <a:lnTo>
                    <a:pt x="4138295" y="905002"/>
                  </a:lnTo>
                  <a:lnTo>
                    <a:pt x="4158615" y="905002"/>
                  </a:lnTo>
                  <a:cubicBezTo>
                    <a:pt x="4158615" y="1014476"/>
                    <a:pt x="4067556" y="1102233"/>
                    <a:pt x="3956431" y="1102233"/>
                  </a:cubicBezTo>
                  <a:lnTo>
                    <a:pt x="3956431" y="1081913"/>
                  </a:lnTo>
                  <a:lnTo>
                    <a:pt x="3956431" y="1102233"/>
                  </a:lnTo>
                  <a:lnTo>
                    <a:pt x="202184" y="1102233"/>
                  </a:lnTo>
                  <a:lnTo>
                    <a:pt x="202184" y="1081913"/>
                  </a:lnTo>
                  <a:lnTo>
                    <a:pt x="202184" y="1102233"/>
                  </a:lnTo>
                  <a:cubicBezTo>
                    <a:pt x="91059" y="1102233"/>
                    <a:pt x="0" y="1014476"/>
                    <a:pt x="0" y="905002"/>
                  </a:cubicBezTo>
                  <a:lnTo>
                    <a:pt x="0" y="197231"/>
                  </a:lnTo>
                  <a:lnTo>
                    <a:pt x="20320" y="197231"/>
                  </a:lnTo>
                  <a:lnTo>
                    <a:pt x="0" y="197231"/>
                  </a:lnTo>
                  <a:moveTo>
                    <a:pt x="40640" y="197231"/>
                  </a:moveTo>
                  <a:lnTo>
                    <a:pt x="40640" y="905002"/>
                  </a:lnTo>
                  <a:lnTo>
                    <a:pt x="20320" y="905002"/>
                  </a:lnTo>
                  <a:lnTo>
                    <a:pt x="40640" y="905002"/>
                  </a:lnTo>
                  <a:cubicBezTo>
                    <a:pt x="40640" y="990981"/>
                    <a:pt x="112395" y="1061593"/>
                    <a:pt x="202184" y="1061593"/>
                  </a:cubicBezTo>
                  <a:lnTo>
                    <a:pt x="3956431" y="1061593"/>
                  </a:lnTo>
                  <a:cubicBezTo>
                    <a:pt x="4046220" y="1061593"/>
                    <a:pt x="4117975" y="990981"/>
                    <a:pt x="4117975" y="905002"/>
                  </a:cubicBezTo>
                  <a:lnTo>
                    <a:pt x="4117975" y="197231"/>
                  </a:lnTo>
                  <a:cubicBezTo>
                    <a:pt x="4117975" y="111252"/>
                    <a:pt x="4046220" y="40640"/>
                    <a:pt x="3956431" y="40640"/>
                  </a:cubicBezTo>
                  <a:lnTo>
                    <a:pt x="202184" y="40640"/>
                  </a:lnTo>
                  <a:lnTo>
                    <a:pt x="202184" y="20320"/>
                  </a:lnTo>
                  <a:lnTo>
                    <a:pt x="202184" y="40640"/>
                  </a:lnTo>
                  <a:cubicBezTo>
                    <a:pt x="112522" y="40640"/>
                    <a:pt x="40640" y="111252"/>
                    <a:pt x="40640" y="197231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158691" cy="110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1E3049"/>
                  </a:solidFill>
                  <a:latin typeface="Aptos"/>
                  <a:ea typeface="Aptos"/>
                  <a:cs typeface="Aptos"/>
                  <a:sym typeface="Aptos"/>
                </a:rPr>
                <a:t>i =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16741" y="4034133"/>
            <a:ext cx="3668087" cy="922744"/>
            <a:chOff x="0" y="0"/>
            <a:chExt cx="4890783" cy="12303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0320" y="20320"/>
              <a:ext cx="4850130" cy="1189609"/>
            </a:xfrm>
            <a:custGeom>
              <a:avLst/>
              <a:gdLst/>
              <a:ahLst/>
              <a:cxnLst/>
              <a:rect r="r" b="b" t="t" l="l"/>
              <a:pathLst>
                <a:path h="1189609" w="4850130">
                  <a:moveTo>
                    <a:pt x="0" y="1189609"/>
                  </a:moveTo>
                  <a:lnTo>
                    <a:pt x="305054" y="0"/>
                  </a:lnTo>
                  <a:lnTo>
                    <a:pt x="4850130" y="0"/>
                  </a:lnTo>
                  <a:lnTo>
                    <a:pt x="4545076" y="11896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-118" y="0"/>
              <a:ext cx="4891006" cy="1230249"/>
            </a:xfrm>
            <a:custGeom>
              <a:avLst/>
              <a:gdLst/>
              <a:ahLst/>
              <a:cxnLst/>
              <a:rect r="r" b="b" t="t" l="l"/>
              <a:pathLst>
                <a:path h="1230249" w="4891006">
                  <a:moveTo>
                    <a:pt x="753" y="1204976"/>
                  </a:moveTo>
                  <a:lnTo>
                    <a:pt x="305807" y="15240"/>
                  </a:lnTo>
                  <a:cubicBezTo>
                    <a:pt x="308093" y="6350"/>
                    <a:pt x="316221" y="0"/>
                    <a:pt x="325492" y="0"/>
                  </a:cubicBezTo>
                  <a:lnTo>
                    <a:pt x="4870568" y="0"/>
                  </a:lnTo>
                  <a:cubicBezTo>
                    <a:pt x="4876791" y="0"/>
                    <a:pt x="4882760" y="2921"/>
                    <a:pt x="4886697" y="7874"/>
                  </a:cubicBezTo>
                  <a:cubicBezTo>
                    <a:pt x="4890634" y="12827"/>
                    <a:pt x="4891904" y="19304"/>
                    <a:pt x="4890380" y="25400"/>
                  </a:cubicBezTo>
                  <a:lnTo>
                    <a:pt x="4585199" y="1215009"/>
                  </a:lnTo>
                  <a:cubicBezTo>
                    <a:pt x="4582913" y="1224026"/>
                    <a:pt x="4574785" y="1230249"/>
                    <a:pt x="4565514" y="1230249"/>
                  </a:cubicBezTo>
                  <a:lnTo>
                    <a:pt x="20438" y="1230249"/>
                  </a:lnTo>
                  <a:cubicBezTo>
                    <a:pt x="14215" y="1230249"/>
                    <a:pt x="8246" y="1227328"/>
                    <a:pt x="4309" y="1222375"/>
                  </a:cubicBezTo>
                  <a:cubicBezTo>
                    <a:pt x="372" y="1217422"/>
                    <a:pt x="-898" y="1210945"/>
                    <a:pt x="626" y="1204849"/>
                  </a:cubicBezTo>
                  <a:moveTo>
                    <a:pt x="39996" y="1215009"/>
                  </a:moveTo>
                  <a:lnTo>
                    <a:pt x="20311" y="1209929"/>
                  </a:lnTo>
                  <a:lnTo>
                    <a:pt x="20311" y="1189609"/>
                  </a:lnTo>
                  <a:lnTo>
                    <a:pt x="4565514" y="1189609"/>
                  </a:lnTo>
                  <a:lnTo>
                    <a:pt x="4565514" y="1209929"/>
                  </a:lnTo>
                  <a:lnTo>
                    <a:pt x="4545829" y="1204849"/>
                  </a:lnTo>
                  <a:lnTo>
                    <a:pt x="4850883" y="15240"/>
                  </a:lnTo>
                  <a:lnTo>
                    <a:pt x="4870568" y="20320"/>
                  </a:lnTo>
                  <a:lnTo>
                    <a:pt x="4870568" y="40640"/>
                  </a:lnTo>
                  <a:lnTo>
                    <a:pt x="325492" y="40640"/>
                  </a:lnTo>
                  <a:lnTo>
                    <a:pt x="325492" y="20320"/>
                  </a:lnTo>
                  <a:lnTo>
                    <a:pt x="345177" y="25400"/>
                  </a:lnTo>
                  <a:lnTo>
                    <a:pt x="40123" y="1215009"/>
                  </a:lnTo>
                  <a:close/>
                </a:path>
              </a:pathLst>
            </a:custGeom>
            <a:solidFill>
              <a:srgbClr val="1471B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890783" cy="123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1E3049"/>
                  </a:solidFill>
                  <a:latin typeface="Aptos"/>
                  <a:ea typeface="Aptos"/>
                  <a:cs typeface="Aptos"/>
                  <a:sym typeface="Aptos"/>
                </a:rPr>
                <a:t>Tampilkan 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91280" y="5338172"/>
            <a:ext cx="3119018" cy="826656"/>
            <a:chOff x="0" y="0"/>
            <a:chExt cx="4158691" cy="11022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0320" y="20320"/>
              <a:ext cx="4117975" cy="1061593"/>
            </a:xfrm>
            <a:custGeom>
              <a:avLst/>
              <a:gdLst/>
              <a:ahLst/>
              <a:cxnLst/>
              <a:rect r="r" b="b" t="t" l="l"/>
              <a:pathLst>
                <a:path h="1061593" w="4117975">
                  <a:moveTo>
                    <a:pt x="0" y="176911"/>
                  </a:moveTo>
                  <a:cubicBezTo>
                    <a:pt x="0" y="79248"/>
                    <a:pt x="81407" y="0"/>
                    <a:pt x="181864" y="0"/>
                  </a:cubicBezTo>
                  <a:lnTo>
                    <a:pt x="3936111" y="0"/>
                  </a:lnTo>
                  <a:cubicBezTo>
                    <a:pt x="4036568" y="0"/>
                    <a:pt x="4117975" y="79248"/>
                    <a:pt x="4117975" y="176911"/>
                  </a:cubicBezTo>
                  <a:lnTo>
                    <a:pt x="4117975" y="884682"/>
                  </a:lnTo>
                  <a:cubicBezTo>
                    <a:pt x="4117975" y="982345"/>
                    <a:pt x="4036568" y="1061593"/>
                    <a:pt x="3936111" y="1061593"/>
                  </a:cubicBezTo>
                  <a:lnTo>
                    <a:pt x="181864" y="1061593"/>
                  </a:lnTo>
                  <a:cubicBezTo>
                    <a:pt x="81407" y="1061593"/>
                    <a:pt x="0" y="982345"/>
                    <a:pt x="0" y="884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58615" cy="1102233"/>
            </a:xfrm>
            <a:custGeom>
              <a:avLst/>
              <a:gdLst/>
              <a:ahLst/>
              <a:cxnLst/>
              <a:rect r="r" b="b" t="t" l="l"/>
              <a:pathLst>
                <a:path h="1102233" w="4158615">
                  <a:moveTo>
                    <a:pt x="0" y="197231"/>
                  </a:moveTo>
                  <a:cubicBezTo>
                    <a:pt x="0" y="87757"/>
                    <a:pt x="91059" y="0"/>
                    <a:pt x="202184" y="0"/>
                  </a:cubicBezTo>
                  <a:lnTo>
                    <a:pt x="3956431" y="0"/>
                  </a:lnTo>
                  <a:lnTo>
                    <a:pt x="3956431" y="20320"/>
                  </a:lnTo>
                  <a:lnTo>
                    <a:pt x="3956431" y="0"/>
                  </a:lnTo>
                  <a:cubicBezTo>
                    <a:pt x="4067556" y="0"/>
                    <a:pt x="4158615" y="87757"/>
                    <a:pt x="4158615" y="197231"/>
                  </a:cubicBezTo>
                  <a:lnTo>
                    <a:pt x="4138295" y="197231"/>
                  </a:lnTo>
                  <a:lnTo>
                    <a:pt x="4158615" y="197231"/>
                  </a:lnTo>
                  <a:lnTo>
                    <a:pt x="4158615" y="905002"/>
                  </a:lnTo>
                  <a:lnTo>
                    <a:pt x="4138295" y="905002"/>
                  </a:lnTo>
                  <a:lnTo>
                    <a:pt x="4158615" y="905002"/>
                  </a:lnTo>
                  <a:cubicBezTo>
                    <a:pt x="4158615" y="1014476"/>
                    <a:pt x="4067556" y="1102233"/>
                    <a:pt x="3956431" y="1102233"/>
                  </a:cubicBezTo>
                  <a:lnTo>
                    <a:pt x="3956431" y="1081913"/>
                  </a:lnTo>
                  <a:lnTo>
                    <a:pt x="3956431" y="1102233"/>
                  </a:lnTo>
                  <a:lnTo>
                    <a:pt x="202184" y="1102233"/>
                  </a:lnTo>
                  <a:lnTo>
                    <a:pt x="202184" y="1081913"/>
                  </a:lnTo>
                  <a:lnTo>
                    <a:pt x="202184" y="1102233"/>
                  </a:lnTo>
                  <a:cubicBezTo>
                    <a:pt x="91059" y="1102233"/>
                    <a:pt x="0" y="1014476"/>
                    <a:pt x="0" y="905002"/>
                  </a:cubicBezTo>
                  <a:lnTo>
                    <a:pt x="0" y="197231"/>
                  </a:lnTo>
                  <a:lnTo>
                    <a:pt x="20320" y="197231"/>
                  </a:lnTo>
                  <a:lnTo>
                    <a:pt x="0" y="197231"/>
                  </a:lnTo>
                  <a:moveTo>
                    <a:pt x="40640" y="197231"/>
                  </a:moveTo>
                  <a:lnTo>
                    <a:pt x="40640" y="905002"/>
                  </a:lnTo>
                  <a:lnTo>
                    <a:pt x="20320" y="905002"/>
                  </a:lnTo>
                  <a:lnTo>
                    <a:pt x="40640" y="905002"/>
                  </a:lnTo>
                  <a:cubicBezTo>
                    <a:pt x="40640" y="990981"/>
                    <a:pt x="112395" y="1061593"/>
                    <a:pt x="202184" y="1061593"/>
                  </a:cubicBezTo>
                  <a:lnTo>
                    <a:pt x="3956431" y="1061593"/>
                  </a:lnTo>
                  <a:cubicBezTo>
                    <a:pt x="4046220" y="1061593"/>
                    <a:pt x="4117975" y="990981"/>
                    <a:pt x="4117975" y="905002"/>
                  </a:cubicBezTo>
                  <a:lnTo>
                    <a:pt x="4117975" y="197231"/>
                  </a:lnTo>
                  <a:cubicBezTo>
                    <a:pt x="4117975" y="111252"/>
                    <a:pt x="4046220" y="40640"/>
                    <a:pt x="3956431" y="40640"/>
                  </a:cubicBezTo>
                  <a:lnTo>
                    <a:pt x="202184" y="40640"/>
                  </a:lnTo>
                  <a:lnTo>
                    <a:pt x="202184" y="20320"/>
                  </a:lnTo>
                  <a:lnTo>
                    <a:pt x="202184" y="40640"/>
                  </a:lnTo>
                  <a:cubicBezTo>
                    <a:pt x="112522" y="40640"/>
                    <a:pt x="40640" y="111252"/>
                    <a:pt x="40640" y="197231"/>
                  </a:cubicBezTo>
                  <a:close/>
                </a:path>
              </a:pathLst>
            </a:custGeom>
            <a:solidFill>
              <a:srgbClr val="F5973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158691" cy="110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1E3049"/>
                  </a:solidFill>
                  <a:latin typeface="Aptos"/>
                  <a:ea typeface="Aptos"/>
                  <a:cs typeface="Aptos"/>
                  <a:sym typeface="Aptos"/>
                </a:rPr>
                <a:t>i = i + 1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10839" y="6642211"/>
            <a:ext cx="4079891" cy="1403175"/>
            <a:chOff x="0" y="0"/>
            <a:chExt cx="5439854" cy="1870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0320" y="20320"/>
              <a:ext cx="5399151" cy="1830197"/>
            </a:xfrm>
            <a:custGeom>
              <a:avLst/>
              <a:gdLst/>
              <a:ahLst/>
              <a:cxnLst/>
              <a:rect r="r" b="b" t="t" l="l"/>
              <a:pathLst>
                <a:path h="1830197" w="5399151">
                  <a:moveTo>
                    <a:pt x="0" y="915162"/>
                  </a:moveTo>
                  <a:lnTo>
                    <a:pt x="2699639" y="0"/>
                  </a:lnTo>
                  <a:lnTo>
                    <a:pt x="5399151" y="915162"/>
                  </a:lnTo>
                  <a:lnTo>
                    <a:pt x="2699639" y="18301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-32"/>
              <a:ext cx="5439918" cy="1870900"/>
            </a:xfrm>
            <a:custGeom>
              <a:avLst/>
              <a:gdLst/>
              <a:ahLst/>
              <a:cxnLst/>
              <a:rect r="r" b="b" t="t" l="l"/>
              <a:pathLst>
                <a:path h="1870900" w="5439918">
                  <a:moveTo>
                    <a:pt x="13843" y="916210"/>
                  </a:moveTo>
                  <a:lnTo>
                    <a:pt x="2713355" y="1048"/>
                  </a:lnTo>
                  <a:cubicBezTo>
                    <a:pt x="2717546" y="-349"/>
                    <a:pt x="2722118" y="-349"/>
                    <a:pt x="2726436" y="1048"/>
                  </a:cubicBezTo>
                  <a:lnTo>
                    <a:pt x="5426075" y="916210"/>
                  </a:lnTo>
                  <a:cubicBezTo>
                    <a:pt x="5434330" y="919004"/>
                    <a:pt x="5439918" y="926751"/>
                    <a:pt x="5439918" y="935514"/>
                  </a:cubicBezTo>
                  <a:cubicBezTo>
                    <a:pt x="5439918" y="944277"/>
                    <a:pt x="5434330" y="952024"/>
                    <a:pt x="5426075" y="954818"/>
                  </a:cubicBezTo>
                  <a:lnTo>
                    <a:pt x="2726436" y="1869853"/>
                  </a:lnTo>
                  <a:cubicBezTo>
                    <a:pt x="2722245" y="1871250"/>
                    <a:pt x="2717673" y="1871250"/>
                    <a:pt x="2713355" y="1869853"/>
                  </a:cubicBezTo>
                  <a:lnTo>
                    <a:pt x="13843" y="954691"/>
                  </a:lnTo>
                  <a:cubicBezTo>
                    <a:pt x="5588" y="951897"/>
                    <a:pt x="0" y="944150"/>
                    <a:pt x="0" y="935514"/>
                  </a:cubicBezTo>
                  <a:cubicBezTo>
                    <a:pt x="0" y="926878"/>
                    <a:pt x="5588" y="919004"/>
                    <a:pt x="13843" y="916210"/>
                  </a:cubicBezTo>
                  <a:moveTo>
                    <a:pt x="26924" y="954691"/>
                  </a:moveTo>
                  <a:lnTo>
                    <a:pt x="20320" y="935514"/>
                  </a:lnTo>
                  <a:lnTo>
                    <a:pt x="26797" y="916210"/>
                  </a:lnTo>
                  <a:lnTo>
                    <a:pt x="2726436" y="1831372"/>
                  </a:lnTo>
                  <a:lnTo>
                    <a:pt x="2719959" y="1850676"/>
                  </a:lnTo>
                  <a:lnTo>
                    <a:pt x="2713482" y="1831372"/>
                  </a:lnTo>
                  <a:lnTo>
                    <a:pt x="5412994" y="916210"/>
                  </a:lnTo>
                  <a:lnTo>
                    <a:pt x="5419471" y="935514"/>
                  </a:lnTo>
                  <a:lnTo>
                    <a:pt x="5412994" y="954818"/>
                  </a:lnTo>
                  <a:lnTo>
                    <a:pt x="2713355" y="39656"/>
                  </a:lnTo>
                  <a:lnTo>
                    <a:pt x="2719832" y="20352"/>
                  </a:lnTo>
                  <a:lnTo>
                    <a:pt x="2726309" y="39656"/>
                  </a:lnTo>
                  <a:lnTo>
                    <a:pt x="26924" y="954691"/>
                  </a:lnTo>
                  <a:close/>
                </a:path>
              </a:pathLst>
            </a:custGeom>
            <a:solidFill>
              <a:srgbClr val="7B58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439854" cy="187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1E3049"/>
                  </a:solidFill>
                  <a:latin typeface="Aptos"/>
                  <a:ea typeface="Aptos"/>
                  <a:cs typeface="Aptos"/>
                  <a:sym typeface="Aptos"/>
                </a:rPr>
                <a:t>i &lt;= 5 ?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91280" y="8563947"/>
            <a:ext cx="3119018" cy="785470"/>
            <a:chOff x="0" y="0"/>
            <a:chExt cx="4158691" cy="10472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20" y="20320"/>
              <a:ext cx="4117975" cy="1006602"/>
            </a:xfrm>
            <a:custGeom>
              <a:avLst/>
              <a:gdLst/>
              <a:ahLst/>
              <a:cxnLst/>
              <a:rect r="r" b="b" t="t" l="l"/>
              <a:pathLst>
                <a:path h="1006602" w="4117975">
                  <a:moveTo>
                    <a:pt x="0" y="503301"/>
                  </a:moveTo>
                  <a:cubicBezTo>
                    <a:pt x="0" y="225298"/>
                    <a:pt x="921893" y="0"/>
                    <a:pt x="2059051" y="0"/>
                  </a:cubicBezTo>
                  <a:cubicBezTo>
                    <a:pt x="3196209" y="0"/>
                    <a:pt x="4117975" y="225298"/>
                    <a:pt x="4117975" y="503301"/>
                  </a:cubicBezTo>
                  <a:cubicBezTo>
                    <a:pt x="4117975" y="781304"/>
                    <a:pt x="3196209" y="1006602"/>
                    <a:pt x="2059051" y="1006602"/>
                  </a:cubicBezTo>
                  <a:cubicBezTo>
                    <a:pt x="921893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E64E6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58742" cy="1047242"/>
            </a:xfrm>
            <a:custGeom>
              <a:avLst/>
              <a:gdLst/>
              <a:ahLst/>
              <a:cxnLst/>
              <a:rect r="r" b="b" t="t" l="l"/>
              <a:pathLst>
                <a:path h="1047242" w="4158742">
                  <a:moveTo>
                    <a:pt x="0" y="523621"/>
                  </a:moveTo>
                  <a:lnTo>
                    <a:pt x="20320" y="523621"/>
                  </a:lnTo>
                  <a:lnTo>
                    <a:pt x="0" y="523621"/>
                  </a:lnTo>
                  <a:cubicBezTo>
                    <a:pt x="0" y="220091"/>
                    <a:pt x="956437" y="0"/>
                    <a:pt x="2079371" y="0"/>
                  </a:cubicBezTo>
                  <a:cubicBezTo>
                    <a:pt x="3202305" y="0"/>
                    <a:pt x="4158742" y="220091"/>
                    <a:pt x="4158742" y="523621"/>
                  </a:cubicBezTo>
                  <a:cubicBezTo>
                    <a:pt x="4158742" y="827151"/>
                    <a:pt x="3202305" y="1047242"/>
                    <a:pt x="2079371" y="1047242"/>
                  </a:cubicBezTo>
                  <a:lnTo>
                    <a:pt x="2079371" y="1026922"/>
                  </a:lnTo>
                  <a:lnTo>
                    <a:pt x="2079371" y="1047242"/>
                  </a:lnTo>
                  <a:cubicBezTo>
                    <a:pt x="956437" y="1047242"/>
                    <a:pt x="0" y="827151"/>
                    <a:pt x="0" y="523621"/>
                  </a:cubicBezTo>
                  <a:lnTo>
                    <a:pt x="20320" y="523621"/>
                  </a:lnTo>
                  <a:lnTo>
                    <a:pt x="40640" y="523621"/>
                  </a:lnTo>
                  <a:lnTo>
                    <a:pt x="20320" y="523621"/>
                  </a:lnTo>
                  <a:lnTo>
                    <a:pt x="0" y="523621"/>
                  </a:lnTo>
                  <a:moveTo>
                    <a:pt x="40640" y="523621"/>
                  </a:moveTo>
                  <a:cubicBezTo>
                    <a:pt x="40640" y="534797"/>
                    <a:pt x="31496" y="543941"/>
                    <a:pt x="20320" y="543941"/>
                  </a:cubicBezTo>
                  <a:cubicBezTo>
                    <a:pt x="9144" y="543941"/>
                    <a:pt x="0" y="534924"/>
                    <a:pt x="0" y="523621"/>
                  </a:cubicBezTo>
                  <a:cubicBezTo>
                    <a:pt x="0" y="512318"/>
                    <a:pt x="9144" y="503301"/>
                    <a:pt x="20320" y="503301"/>
                  </a:cubicBezTo>
                  <a:cubicBezTo>
                    <a:pt x="31496" y="503301"/>
                    <a:pt x="40640" y="512445"/>
                    <a:pt x="40640" y="523621"/>
                  </a:cubicBezTo>
                  <a:cubicBezTo>
                    <a:pt x="40640" y="775970"/>
                    <a:pt x="927862" y="1006602"/>
                    <a:pt x="2079371" y="1006602"/>
                  </a:cubicBezTo>
                  <a:cubicBezTo>
                    <a:pt x="3230880" y="1006602"/>
                    <a:pt x="4117975" y="776097"/>
                    <a:pt x="4117975" y="523621"/>
                  </a:cubicBezTo>
                  <a:lnTo>
                    <a:pt x="4138295" y="523621"/>
                  </a:lnTo>
                  <a:lnTo>
                    <a:pt x="4117975" y="523621"/>
                  </a:lnTo>
                  <a:cubicBezTo>
                    <a:pt x="4117975" y="271272"/>
                    <a:pt x="3230753" y="40640"/>
                    <a:pt x="2079244" y="40640"/>
                  </a:cubicBezTo>
                  <a:lnTo>
                    <a:pt x="2079244" y="20320"/>
                  </a:lnTo>
                  <a:lnTo>
                    <a:pt x="2079244" y="40640"/>
                  </a:lnTo>
                  <a:cubicBezTo>
                    <a:pt x="927989" y="40640"/>
                    <a:pt x="40640" y="271272"/>
                    <a:pt x="40640" y="523621"/>
                  </a:cubicBezTo>
                  <a:close/>
                </a:path>
              </a:pathLst>
            </a:custGeom>
            <a:solidFill>
              <a:srgbClr val="E64E6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158691" cy="1056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SELESAI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5088360">
            <a:off x="8561270" y="2632872"/>
            <a:ext cx="379038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5151300">
            <a:off x="8513378" y="3820230"/>
            <a:ext cx="474812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5136060">
            <a:off x="8527066" y="5137995"/>
            <a:ext cx="447437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5182740">
            <a:off x="8479145" y="6393990"/>
            <a:ext cx="543287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5198040">
            <a:off x="8458591" y="8295142"/>
            <a:ext cx="584397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0162299" y="8240554"/>
            <a:ext cx="814568" cy="1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4A377"/>
                </a:solidFill>
                <a:latin typeface="Aptos Bold"/>
                <a:ea typeface="Aptos Bold"/>
                <a:cs typeface="Aptos Bold"/>
                <a:sym typeface="Aptos Bold"/>
              </a:rPr>
              <a:t>Tidak</a:t>
            </a:r>
          </a:p>
        </p:txBody>
      </p:sp>
      <p:sp>
        <p:nvSpPr>
          <p:cNvPr name="AutoShape 39" id="39"/>
          <p:cNvSpPr/>
          <p:nvPr/>
        </p:nvSpPr>
        <p:spPr>
          <a:xfrm rot="60299">
            <a:off x="10758173" y="7334269"/>
            <a:ext cx="1956359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1397701" y="6936515"/>
            <a:ext cx="814568" cy="19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4A377"/>
                </a:solidFill>
                <a:latin typeface="Aptos Bold"/>
                <a:ea typeface="Aptos Bold"/>
                <a:cs typeface="Aptos Bold"/>
                <a:sym typeface="Aptos Bold"/>
              </a:rPr>
              <a:t>Ya</a:t>
            </a:r>
          </a:p>
        </p:txBody>
      </p:sp>
      <p:sp>
        <p:nvSpPr>
          <p:cNvPr name="AutoShape 41" id="41"/>
          <p:cNvSpPr/>
          <p:nvPr/>
        </p:nvSpPr>
        <p:spPr>
          <a:xfrm rot="-5358960">
            <a:off x="11259245" y="5913558"/>
            <a:ext cx="2875950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10745460">
            <a:off x="10552281" y="4492838"/>
            <a:ext cx="2162232" cy="0"/>
          </a:xfrm>
          <a:prstGeom prst="line">
            <a:avLst/>
          </a:prstGeom>
          <a:ln cap="rnd" w="19050">
            <a:solidFill>
              <a:srgbClr val="1471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3113544" y="4946142"/>
            <a:ext cx="3559912" cy="156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Jika Ya: kembali ke proses menampilkan angka setelah nilai i diperbarui.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4024" y="9475956"/>
            <a:ext cx="16051235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Simbol: oval = mulai/selesai • persegi panjang = proses • jajar genjang = input/output • belah ketupat = keputusan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 — Pseudocode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Pseudocode adalah gambaran langkah program dengan bahasa sederhana.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8258" y="2120494"/>
            <a:ext cx="8250336" cy="6259954"/>
            <a:chOff x="0" y="0"/>
            <a:chExt cx="11000448" cy="83466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10981436" cy="8327644"/>
            </a:xfrm>
            <a:custGeom>
              <a:avLst/>
              <a:gdLst/>
              <a:ahLst/>
              <a:cxnLst/>
              <a:rect r="r" b="b" t="t" l="l"/>
              <a:pathLst>
                <a:path h="8327644" w="10981436">
                  <a:moveTo>
                    <a:pt x="0" y="1387983"/>
                  </a:moveTo>
                  <a:cubicBezTo>
                    <a:pt x="0" y="621411"/>
                    <a:pt x="621792" y="0"/>
                    <a:pt x="1388745" y="0"/>
                  </a:cubicBezTo>
                  <a:lnTo>
                    <a:pt x="9592691" y="0"/>
                  </a:lnTo>
                  <a:cubicBezTo>
                    <a:pt x="10359644" y="0"/>
                    <a:pt x="10981436" y="621411"/>
                    <a:pt x="10981436" y="1387983"/>
                  </a:cubicBezTo>
                  <a:lnTo>
                    <a:pt x="10981436" y="6939661"/>
                  </a:lnTo>
                  <a:cubicBezTo>
                    <a:pt x="10981436" y="7706233"/>
                    <a:pt x="10359644" y="8327644"/>
                    <a:pt x="9592691" y="8327644"/>
                  </a:cubicBezTo>
                  <a:lnTo>
                    <a:pt x="1388745" y="8327644"/>
                  </a:lnTo>
                  <a:cubicBezTo>
                    <a:pt x="621792" y="8327517"/>
                    <a:pt x="0" y="7706106"/>
                    <a:pt x="0" y="6939661"/>
                  </a:cubicBezTo>
                  <a:close/>
                </a:path>
              </a:pathLst>
            </a:custGeom>
            <a:solidFill>
              <a:srgbClr val="141F3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0486" cy="8346694"/>
            </a:xfrm>
            <a:custGeom>
              <a:avLst/>
              <a:gdLst/>
              <a:ahLst/>
              <a:cxnLst/>
              <a:rect r="r" b="b" t="t" l="l"/>
              <a:pathLst>
                <a:path h="8346694" w="11000486">
                  <a:moveTo>
                    <a:pt x="0" y="1397508"/>
                  </a:moveTo>
                  <a:cubicBezTo>
                    <a:pt x="0" y="625729"/>
                    <a:pt x="625983" y="0"/>
                    <a:pt x="1398270" y="0"/>
                  </a:cubicBezTo>
                  <a:lnTo>
                    <a:pt x="9602216" y="0"/>
                  </a:lnTo>
                  <a:lnTo>
                    <a:pt x="9602216" y="9525"/>
                  </a:lnTo>
                  <a:lnTo>
                    <a:pt x="9602216" y="0"/>
                  </a:lnTo>
                  <a:cubicBezTo>
                    <a:pt x="10374503" y="0"/>
                    <a:pt x="11000486" y="625729"/>
                    <a:pt x="11000486" y="1397508"/>
                  </a:cubicBezTo>
                  <a:lnTo>
                    <a:pt x="10990961" y="1397508"/>
                  </a:lnTo>
                  <a:lnTo>
                    <a:pt x="11000486" y="1397508"/>
                  </a:lnTo>
                  <a:lnTo>
                    <a:pt x="11000486" y="6949186"/>
                  </a:lnTo>
                  <a:lnTo>
                    <a:pt x="10990961" y="6949186"/>
                  </a:lnTo>
                  <a:lnTo>
                    <a:pt x="11000486" y="6949186"/>
                  </a:lnTo>
                  <a:cubicBezTo>
                    <a:pt x="11000486" y="7720965"/>
                    <a:pt x="10374503" y="8346694"/>
                    <a:pt x="9602216" y="8346694"/>
                  </a:cubicBezTo>
                  <a:lnTo>
                    <a:pt x="9602216" y="8337169"/>
                  </a:lnTo>
                  <a:lnTo>
                    <a:pt x="9602216" y="8346694"/>
                  </a:lnTo>
                  <a:lnTo>
                    <a:pt x="1398270" y="8346694"/>
                  </a:lnTo>
                  <a:lnTo>
                    <a:pt x="1398270" y="8337169"/>
                  </a:lnTo>
                  <a:lnTo>
                    <a:pt x="1398270" y="8346694"/>
                  </a:lnTo>
                  <a:cubicBezTo>
                    <a:pt x="625983" y="8346567"/>
                    <a:pt x="0" y="7720965"/>
                    <a:pt x="0" y="6949186"/>
                  </a:cubicBezTo>
                  <a:lnTo>
                    <a:pt x="0" y="1397508"/>
                  </a:lnTo>
                  <a:lnTo>
                    <a:pt x="9525" y="1397508"/>
                  </a:lnTo>
                  <a:lnTo>
                    <a:pt x="0" y="1397508"/>
                  </a:lnTo>
                  <a:moveTo>
                    <a:pt x="19050" y="1397508"/>
                  </a:moveTo>
                  <a:lnTo>
                    <a:pt x="19050" y="6949186"/>
                  </a:lnTo>
                  <a:lnTo>
                    <a:pt x="9525" y="6949186"/>
                  </a:lnTo>
                  <a:lnTo>
                    <a:pt x="19050" y="6949186"/>
                  </a:lnTo>
                  <a:cubicBezTo>
                    <a:pt x="19050" y="7710424"/>
                    <a:pt x="636524" y="8327644"/>
                    <a:pt x="1398270" y="8327644"/>
                  </a:cubicBezTo>
                  <a:lnTo>
                    <a:pt x="9602216" y="8327644"/>
                  </a:lnTo>
                  <a:cubicBezTo>
                    <a:pt x="10363962" y="8327644"/>
                    <a:pt x="10981436" y="7710551"/>
                    <a:pt x="10981436" y="6949186"/>
                  </a:cubicBezTo>
                  <a:lnTo>
                    <a:pt x="10981436" y="1397508"/>
                  </a:lnTo>
                  <a:cubicBezTo>
                    <a:pt x="10981436" y="636270"/>
                    <a:pt x="10363962" y="19050"/>
                    <a:pt x="9602216" y="19050"/>
                  </a:cubicBezTo>
                  <a:lnTo>
                    <a:pt x="1398270" y="19050"/>
                  </a:lnTo>
                  <a:lnTo>
                    <a:pt x="1398270" y="9525"/>
                  </a:lnTo>
                  <a:lnTo>
                    <a:pt x="1398270" y="19050"/>
                  </a:lnTo>
                  <a:cubicBezTo>
                    <a:pt x="636524" y="19050"/>
                    <a:pt x="19050" y="636270"/>
                    <a:pt x="19050" y="1397508"/>
                  </a:cubicBezTo>
                  <a:close/>
                </a:path>
              </a:pathLst>
            </a:custGeom>
            <a:solidFill>
              <a:srgbClr val="141F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2490" y="2239413"/>
            <a:ext cx="7741872" cy="596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MULAI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i ← 1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DO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    TAMPILKAN i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    i ← i + 1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    WHILE i &lt;= 5</a:t>
            </a:r>
          </a:p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CAE5FF"/>
                </a:solidFill>
                <a:latin typeface="Consolas"/>
                <a:ea typeface="Consolas"/>
                <a:cs typeface="Consolas"/>
                <a:sym typeface="Consolas"/>
              </a:rPr>
              <a:t>SELESAI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77707" y="2253472"/>
            <a:ext cx="6611703" cy="2150516"/>
            <a:chOff x="0" y="0"/>
            <a:chExt cx="8815603" cy="28673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240" y="15240"/>
              <a:ext cx="8785098" cy="2836926"/>
            </a:xfrm>
            <a:custGeom>
              <a:avLst/>
              <a:gdLst/>
              <a:ahLst/>
              <a:cxnLst/>
              <a:rect r="r" b="b" t="t" l="l"/>
              <a:pathLst>
                <a:path h="2836926" w="8785098">
                  <a:moveTo>
                    <a:pt x="0" y="472821"/>
                  </a:moveTo>
                  <a:cubicBezTo>
                    <a:pt x="0" y="211709"/>
                    <a:pt x="213233" y="0"/>
                    <a:pt x="476250" y="0"/>
                  </a:cubicBezTo>
                  <a:lnTo>
                    <a:pt x="8308848" y="0"/>
                  </a:lnTo>
                  <a:cubicBezTo>
                    <a:pt x="8571865" y="0"/>
                    <a:pt x="8785098" y="211709"/>
                    <a:pt x="8785098" y="472821"/>
                  </a:cubicBezTo>
                  <a:lnTo>
                    <a:pt x="8785098" y="2364105"/>
                  </a:lnTo>
                  <a:cubicBezTo>
                    <a:pt x="8785098" y="2625217"/>
                    <a:pt x="8571865" y="2836926"/>
                    <a:pt x="8308848" y="2836926"/>
                  </a:cubicBezTo>
                  <a:lnTo>
                    <a:pt x="476250" y="2836926"/>
                  </a:lnTo>
                  <a:cubicBezTo>
                    <a:pt x="213233" y="2836926"/>
                    <a:pt x="0" y="2625217"/>
                    <a:pt x="0" y="23641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15578" cy="2867406"/>
            </a:xfrm>
            <a:custGeom>
              <a:avLst/>
              <a:gdLst/>
              <a:ahLst/>
              <a:cxnLst/>
              <a:rect r="r" b="b" t="t" l="l"/>
              <a:pathLst>
                <a:path h="2867406" w="8815578">
                  <a:moveTo>
                    <a:pt x="0" y="488061"/>
                  </a:moveTo>
                  <a:cubicBezTo>
                    <a:pt x="0" y="218440"/>
                    <a:pt x="220218" y="0"/>
                    <a:pt x="491490" y="0"/>
                  </a:cubicBezTo>
                  <a:lnTo>
                    <a:pt x="8324088" y="0"/>
                  </a:lnTo>
                  <a:lnTo>
                    <a:pt x="8324088" y="15240"/>
                  </a:lnTo>
                  <a:lnTo>
                    <a:pt x="8324088" y="0"/>
                  </a:lnTo>
                  <a:cubicBezTo>
                    <a:pt x="8595487" y="0"/>
                    <a:pt x="8815578" y="218440"/>
                    <a:pt x="8815578" y="488061"/>
                  </a:cubicBezTo>
                  <a:lnTo>
                    <a:pt x="8800338" y="488061"/>
                  </a:lnTo>
                  <a:lnTo>
                    <a:pt x="8815578" y="488061"/>
                  </a:lnTo>
                  <a:lnTo>
                    <a:pt x="8815578" y="2379345"/>
                  </a:lnTo>
                  <a:lnTo>
                    <a:pt x="8800338" y="2379345"/>
                  </a:lnTo>
                  <a:lnTo>
                    <a:pt x="8815578" y="2379345"/>
                  </a:lnTo>
                  <a:cubicBezTo>
                    <a:pt x="8815578" y="2648966"/>
                    <a:pt x="8595360" y="2867406"/>
                    <a:pt x="8324088" y="2867406"/>
                  </a:cubicBezTo>
                  <a:lnTo>
                    <a:pt x="8324088" y="2852166"/>
                  </a:lnTo>
                  <a:lnTo>
                    <a:pt x="8324088" y="2867406"/>
                  </a:lnTo>
                  <a:lnTo>
                    <a:pt x="491490" y="2867406"/>
                  </a:lnTo>
                  <a:lnTo>
                    <a:pt x="491490" y="2852166"/>
                  </a:lnTo>
                  <a:lnTo>
                    <a:pt x="491490" y="2867406"/>
                  </a:lnTo>
                  <a:cubicBezTo>
                    <a:pt x="220091" y="2867406"/>
                    <a:pt x="0" y="2648966"/>
                    <a:pt x="0" y="2379345"/>
                  </a:cubicBezTo>
                  <a:lnTo>
                    <a:pt x="0" y="488061"/>
                  </a:lnTo>
                  <a:lnTo>
                    <a:pt x="15240" y="488061"/>
                  </a:lnTo>
                  <a:lnTo>
                    <a:pt x="0" y="488061"/>
                  </a:lnTo>
                  <a:moveTo>
                    <a:pt x="30480" y="488061"/>
                  </a:moveTo>
                  <a:lnTo>
                    <a:pt x="30480" y="2379345"/>
                  </a:lnTo>
                  <a:lnTo>
                    <a:pt x="15240" y="2379345"/>
                  </a:lnTo>
                  <a:lnTo>
                    <a:pt x="30480" y="2379345"/>
                  </a:lnTo>
                  <a:cubicBezTo>
                    <a:pt x="30480" y="2631948"/>
                    <a:pt x="236728" y="2836926"/>
                    <a:pt x="491490" y="2836926"/>
                  </a:cubicBezTo>
                  <a:lnTo>
                    <a:pt x="8324088" y="2836926"/>
                  </a:lnTo>
                  <a:cubicBezTo>
                    <a:pt x="8578850" y="2836926"/>
                    <a:pt x="8785098" y="2631948"/>
                    <a:pt x="8785098" y="2379345"/>
                  </a:cubicBezTo>
                  <a:lnTo>
                    <a:pt x="8785098" y="488061"/>
                  </a:lnTo>
                  <a:cubicBezTo>
                    <a:pt x="8785098" y="235458"/>
                    <a:pt x="8578850" y="30480"/>
                    <a:pt x="8324088" y="30480"/>
                  </a:cubicBezTo>
                  <a:lnTo>
                    <a:pt x="491490" y="30480"/>
                  </a:lnTo>
                  <a:lnTo>
                    <a:pt x="491490" y="15240"/>
                  </a:lnTo>
                  <a:lnTo>
                    <a:pt x="491490" y="30480"/>
                  </a:lnTo>
                  <a:cubicBezTo>
                    <a:pt x="236855" y="30480"/>
                    <a:pt x="30480" y="235458"/>
                    <a:pt x="30480" y="488061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89147" y="2264912"/>
            <a:ext cx="6588824" cy="658882"/>
            <a:chOff x="0" y="0"/>
            <a:chExt cx="8785098" cy="8785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8509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5099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8638667" y="0"/>
                  </a:lnTo>
                  <a:cubicBezTo>
                    <a:pt x="8719566" y="0"/>
                    <a:pt x="8785099" y="65532"/>
                    <a:pt x="8785099" y="146431"/>
                  </a:cubicBezTo>
                  <a:lnTo>
                    <a:pt x="8785099" y="732028"/>
                  </a:lnTo>
                  <a:cubicBezTo>
                    <a:pt x="8785099" y="812927"/>
                    <a:pt x="8719566" y="878459"/>
                    <a:pt x="8638667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1471B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95039" y="2319814"/>
            <a:ext cx="6177029" cy="521618"/>
            <a:chOff x="0" y="0"/>
            <a:chExt cx="8236039" cy="695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36034" cy="695487"/>
            </a:xfrm>
            <a:custGeom>
              <a:avLst/>
              <a:gdLst/>
              <a:ahLst/>
              <a:cxnLst/>
              <a:rect r="r" b="b" t="t" l="l"/>
              <a:pathLst>
                <a:path h="695487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236039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Makna simbol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09377" y="3175387"/>
            <a:ext cx="5948362" cy="99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← berarti “diisi dengan” atau penugasan nilai.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77707" y="4724276"/>
            <a:ext cx="6611703" cy="2768222"/>
            <a:chOff x="0" y="0"/>
            <a:chExt cx="8815603" cy="36909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5240" y="15240"/>
              <a:ext cx="8785098" cy="3660521"/>
            </a:xfrm>
            <a:custGeom>
              <a:avLst/>
              <a:gdLst/>
              <a:ahLst/>
              <a:cxnLst/>
              <a:rect r="r" b="b" t="t" l="l"/>
              <a:pathLst>
                <a:path h="3660521" w="8785098">
                  <a:moveTo>
                    <a:pt x="0" y="610108"/>
                  </a:moveTo>
                  <a:cubicBezTo>
                    <a:pt x="0" y="273177"/>
                    <a:pt x="274447" y="0"/>
                    <a:pt x="613029" y="0"/>
                  </a:cubicBezTo>
                  <a:lnTo>
                    <a:pt x="8172070" y="0"/>
                  </a:lnTo>
                  <a:cubicBezTo>
                    <a:pt x="8510651" y="0"/>
                    <a:pt x="8785098" y="273177"/>
                    <a:pt x="8785098" y="610108"/>
                  </a:cubicBezTo>
                  <a:lnTo>
                    <a:pt x="8785098" y="3050413"/>
                  </a:lnTo>
                  <a:cubicBezTo>
                    <a:pt x="8785098" y="3387344"/>
                    <a:pt x="8510651" y="3660521"/>
                    <a:pt x="8172070" y="3660521"/>
                  </a:cubicBezTo>
                  <a:lnTo>
                    <a:pt x="613029" y="3660521"/>
                  </a:lnTo>
                  <a:cubicBezTo>
                    <a:pt x="274447" y="3660521"/>
                    <a:pt x="0" y="3387344"/>
                    <a:pt x="0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15578" cy="3691001"/>
            </a:xfrm>
            <a:custGeom>
              <a:avLst/>
              <a:gdLst/>
              <a:ahLst/>
              <a:cxnLst/>
              <a:rect r="r" b="b" t="t" l="l"/>
              <a:pathLst>
                <a:path h="3691001" w="8815578">
                  <a:moveTo>
                    <a:pt x="0" y="625348"/>
                  </a:moveTo>
                  <a:cubicBezTo>
                    <a:pt x="0" y="279908"/>
                    <a:pt x="281305" y="0"/>
                    <a:pt x="628269" y="0"/>
                  </a:cubicBezTo>
                  <a:lnTo>
                    <a:pt x="8187310" y="0"/>
                  </a:lnTo>
                  <a:lnTo>
                    <a:pt x="8187310" y="15240"/>
                  </a:lnTo>
                  <a:lnTo>
                    <a:pt x="8187310" y="0"/>
                  </a:lnTo>
                  <a:cubicBezTo>
                    <a:pt x="8534273" y="0"/>
                    <a:pt x="8815578" y="279908"/>
                    <a:pt x="8815578" y="625348"/>
                  </a:cubicBezTo>
                  <a:lnTo>
                    <a:pt x="8800338" y="625348"/>
                  </a:lnTo>
                  <a:lnTo>
                    <a:pt x="8815578" y="625348"/>
                  </a:lnTo>
                  <a:lnTo>
                    <a:pt x="8815578" y="3065653"/>
                  </a:lnTo>
                  <a:lnTo>
                    <a:pt x="8800338" y="3065653"/>
                  </a:lnTo>
                  <a:lnTo>
                    <a:pt x="8815578" y="3065653"/>
                  </a:lnTo>
                  <a:cubicBezTo>
                    <a:pt x="8815578" y="3411093"/>
                    <a:pt x="8534273" y="3691001"/>
                    <a:pt x="8187310" y="3691001"/>
                  </a:cubicBezTo>
                  <a:lnTo>
                    <a:pt x="8187310" y="3675761"/>
                  </a:lnTo>
                  <a:lnTo>
                    <a:pt x="8187310" y="3691001"/>
                  </a:lnTo>
                  <a:lnTo>
                    <a:pt x="628269" y="3691001"/>
                  </a:lnTo>
                  <a:lnTo>
                    <a:pt x="628269" y="3675761"/>
                  </a:lnTo>
                  <a:lnTo>
                    <a:pt x="628269" y="3691001"/>
                  </a:lnTo>
                  <a:cubicBezTo>
                    <a:pt x="281305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8069" y="3660521"/>
                    <a:pt x="628269" y="3660521"/>
                  </a:cubicBezTo>
                  <a:lnTo>
                    <a:pt x="8187309" y="3660521"/>
                  </a:lnTo>
                  <a:cubicBezTo>
                    <a:pt x="8517509" y="3660521"/>
                    <a:pt x="8785098" y="3394075"/>
                    <a:pt x="8785098" y="3065653"/>
                  </a:cubicBezTo>
                  <a:lnTo>
                    <a:pt x="8785098" y="625348"/>
                  </a:lnTo>
                  <a:cubicBezTo>
                    <a:pt x="8785098" y="296926"/>
                    <a:pt x="8517509" y="30480"/>
                    <a:pt x="8187309" y="30480"/>
                  </a:cubicBezTo>
                  <a:lnTo>
                    <a:pt x="628269" y="30480"/>
                  </a:lnTo>
                  <a:lnTo>
                    <a:pt x="628269" y="15240"/>
                  </a:lnTo>
                  <a:lnTo>
                    <a:pt x="628269" y="30480"/>
                  </a:lnTo>
                  <a:cubicBezTo>
                    <a:pt x="298069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9147" y="4735716"/>
            <a:ext cx="6588824" cy="658882"/>
            <a:chOff x="0" y="0"/>
            <a:chExt cx="8785098" cy="8785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8509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5099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8638667" y="0"/>
                  </a:lnTo>
                  <a:cubicBezTo>
                    <a:pt x="8719566" y="0"/>
                    <a:pt x="8785099" y="65532"/>
                    <a:pt x="8785099" y="146431"/>
                  </a:cubicBezTo>
                  <a:lnTo>
                    <a:pt x="8785099" y="732028"/>
                  </a:lnTo>
                  <a:cubicBezTo>
                    <a:pt x="8785099" y="812927"/>
                    <a:pt x="8719566" y="878459"/>
                    <a:pt x="8638667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95039" y="4790627"/>
            <a:ext cx="6177029" cy="521618"/>
            <a:chOff x="0" y="0"/>
            <a:chExt cx="8236039" cy="6954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36034" cy="695487"/>
            </a:xfrm>
            <a:custGeom>
              <a:avLst/>
              <a:gdLst/>
              <a:ahLst/>
              <a:cxnLst/>
              <a:rect r="r" b="b" t="t" l="l"/>
              <a:pathLst>
                <a:path h="695487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236039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Logika kondisi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409377" y="5646201"/>
            <a:ext cx="5948362" cy="16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Setelah i bertambah, kondisi i &lt;= 5 diperiksa. Saat i menjadi 6, kondisi salah sehingga perulangan berhenti.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125588"/>
            <a:chOff x="0" y="0"/>
            <a:chExt cx="24402453" cy="150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500759"/>
            </a:xfrm>
            <a:custGeom>
              <a:avLst/>
              <a:gdLst/>
              <a:ahLst/>
              <a:cxnLst/>
              <a:rect r="r" b="b" t="t" l="l"/>
              <a:pathLst>
                <a:path h="150075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0E2B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178451"/>
            <a:ext cx="16060264" cy="686333"/>
            <a:chOff x="0" y="0"/>
            <a:chExt cx="21413686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41368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 — Program HTML + JavaScript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4211" y="1322280"/>
            <a:ext cx="16325764" cy="43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HTML membentuk halaman; JavaScript menjalankan perulangannya.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62926" y="9791671"/>
            <a:ext cx="471402" cy="1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D6F85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817" y="2024405"/>
            <a:ext cx="10995679" cy="7495365"/>
            <a:chOff x="0" y="0"/>
            <a:chExt cx="14660905" cy="9993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14641830" cy="9974580"/>
            </a:xfrm>
            <a:custGeom>
              <a:avLst/>
              <a:gdLst/>
              <a:ahLst/>
              <a:cxnLst/>
              <a:rect r="r" b="b" t="t" l="l"/>
              <a:pathLst>
                <a:path h="9974580" w="14641830">
                  <a:moveTo>
                    <a:pt x="0" y="1662557"/>
                  </a:moveTo>
                  <a:cubicBezTo>
                    <a:pt x="0" y="744347"/>
                    <a:pt x="744728" y="0"/>
                    <a:pt x="1663573" y="0"/>
                  </a:cubicBezTo>
                  <a:lnTo>
                    <a:pt x="12978384" y="0"/>
                  </a:lnTo>
                  <a:cubicBezTo>
                    <a:pt x="13897102" y="0"/>
                    <a:pt x="14641830" y="744347"/>
                    <a:pt x="14641830" y="1662430"/>
                  </a:cubicBezTo>
                  <a:lnTo>
                    <a:pt x="14641830" y="8312150"/>
                  </a:lnTo>
                  <a:cubicBezTo>
                    <a:pt x="14641830" y="9230360"/>
                    <a:pt x="13897102" y="9974580"/>
                    <a:pt x="12978384" y="9974580"/>
                  </a:cubicBezTo>
                  <a:lnTo>
                    <a:pt x="1663573" y="9974580"/>
                  </a:lnTo>
                  <a:cubicBezTo>
                    <a:pt x="744728" y="9974707"/>
                    <a:pt x="0" y="9230487"/>
                    <a:pt x="0" y="8312277"/>
                  </a:cubicBezTo>
                  <a:close/>
                </a:path>
              </a:pathLst>
            </a:custGeom>
            <a:blipFill>
              <a:blip r:embed="rId3"/>
              <a:stretch>
                <a:fillRect l="-581" t="0" r="-3844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61007" cy="9993884"/>
            </a:xfrm>
            <a:custGeom>
              <a:avLst/>
              <a:gdLst/>
              <a:ahLst/>
              <a:cxnLst/>
              <a:rect r="r" b="b" t="t" l="l"/>
              <a:pathLst>
                <a:path h="9993884" w="14661007">
                  <a:moveTo>
                    <a:pt x="0" y="1672082"/>
                  </a:moveTo>
                  <a:cubicBezTo>
                    <a:pt x="0" y="748538"/>
                    <a:pt x="749046" y="0"/>
                    <a:pt x="1673098" y="0"/>
                  </a:cubicBezTo>
                  <a:lnTo>
                    <a:pt x="12987909" y="0"/>
                  </a:lnTo>
                  <a:lnTo>
                    <a:pt x="12987909" y="9525"/>
                  </a:lnTo>
                  <a:lnTo>
                    <a:pt x="12987909" y="0"/>
                  </a:lnTo>
                  <a:cubicBezTo>
                    <a:pt x="13911835" y="0"/>
                    <a:pt x="14661007" y="748538"/>
                    <a:pt x="14661007" y="1672082"/>
                  </a:cubicBezTo>
                  <a:lnTo>
                    <a:pt x="14651482" y="1672082"/>
                  </a:lnTo>
                  <a:lnTo>
                    <a:pt x="14661007" y="1672082"/>
                  </a:lnTo>
                  <a:lnTo>
                    <a:pt x="14661007" y="8321802"/>
                  </a:lnTo>
                  <a:lnTo>
                    <a:pt x="14651482" y="8321802"/>
                  </a:lnTo>
                  <a:lnTo>
                    <a:pt x="14661007" y="8321802"/>
                  </a:lnTo>
                  <a:cubicBezTo>
                    <a:pt x="14661007" y="9245219"/>
                    <a:pt x="13911962" y="9993884"/>
                    <a:pt x="12987909" y="9993884"/>
                  </a:cubicBezTo>
                  <a:lnTo>
                    <a:pt x="12987909" y="9984359"/>
                  </a:lnTo>
                  <a:lnTo>
                    <a:pt x="12987909" y="9993884"/>
                  </a:lnTo>
                  <a:lnTo>
                    <a:pt x="1673098" y="9993884"/>
                  </a:lnTo>
                  <a:lnTo>
                    <a:pt x="1673098" y="9984359"/>
                  </a:lnTo>
                  <a:lnTo>
                    <a:pt x="1673098" y="9993884"/>
                  </a:lnTo>
                  <a:cubicBezTo>
                    <a:pt x="749046" y="9993757"/>
                    <a:pt x="0" y="9245219"/>
                    <a:pt x="0" y="8321802"/>
                  </a:cubicBezTo>
                  <a:lnTo>
                    <a:pt x="0" y="1672082"/>
                  </a:lnTo>
                  <a:lnTo>
                    <a:pt x="9525" y="1672082"/>
                  </a:lnTo>
                  <a:lnTo>
                    <a:pt x="0" y="1672082"/>
                  </a:lnTo>
                  <a:moveTo>
                    <a:pt x="19050" y="1672082"/>
                  </a:moveTo>
                  <a:lnTo>
                    <a:pt x="19050" y="8321802"/>
                  </a:lnTo>
                  <a:lnTo>
                    <a:pt x="9525" y="8321802"/>
                  </a:lnTo>
                  <a:lnTo>
                    <a:pt x="19050" y="8321802"/>
                  </a:lnTo>
                  <a:cubicBezTo>
                    <a:pt x="19050" y="9234677"/>
                    <a:pt x="759587" y="9974707"/>
                    <a:pt x="1672971" y="9974707"/>
                  </a:cubicBezTo>
                  <a:lnTo>
                    <a:pt x="12987782" y="9974707"/>
                  </a:lnTo>
                  <a:cubicBezTo>
                    <a:pt x="13901293" y="9974707"/>
                    <a:pt x="14641703" y="9234677"/>
                    <a:pt x="14641703" y="8321802"/>
                  </a:cubicBezTo>
                  <a:lnTo>
                    <a:pt x="14641703" y="1672082"/>
                  </a:lnTo>
                  <a:cubicBezTo>
                    <a:pt x="14641703" y="759206"/>
                    <a:pt x="13901165" y="19177"/>
                    <a:pt x="12987782" y="19177"/>
                  </a:cubicBezTo>
                  <a:lnTo>
                    <a:pt x="1673098" y="19177"/>
                  </a:lnTo>
                  <a:lnTo>
                    <a:pt x="1673098" y="9525"/>
                  </a:lnTo>
                  <a:lnTo>
                    <a:pt x="1673098" y="19050"/>
                  </a:lnTo>
                  <a:cubicBezTo>
                    <a:pt x="759587" y="19050"/>
                    <a:pt x="19050" y="759079"/>
                    <a:pt x="19050" y="1672082"/>
                  </a:cubicBezTo>
                  <a:close/>
                </a:path>
              </a:pathLst>
            </a:custGeom>
            <a:solidFill>
              <a:srgbClr val="141F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5345" y="2253472"/>
            <a:ext cx="5170399" cy="2768222"/>
            <a:chOff x="0" y="0"/>
            <a:chExt cx="6893865" cy="36909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5240" y="15240"/>
              <a:ext cx="6863334" cy="3660521"/>
            </a:xfrm>
            <a:custGeom>
              <a:avLst/>
              <a:gdLst/>
              <a:ahLst/>
              <a:cxnLst/>
              <a:rect r="r" b="b" t="t" l="l"/>
              <a:pathLst>
                <a:path h="3660521" w="6863334">
                  <a:moveTo>
                    <a:pt x="0" y="610108"/>
                  </a:moveTo>
                  <a:cubicBezTo>
                    <a:pt x="0" y="273177"/>
                    <a:pt x="274193" y="0"/>
                    <a:pt x="612521" y="0"/>
                  </a:cubicBezTo>
                  <a:lnTo>
                    <a:pt x="6250940" y="0"/>
                  </a:lnTo>
                  <a:cubicBezTo>
                    <a:pt x="6589141" y="0"/>
                    <a:pt x="6863334" y="273177"/>
                    <a:pt x="6863334" y="610108"/>
                  </a:cubicBezTo>
                  <a:lnTo>
                    <a:pt x="6863334" y="3050413"/>
                  </a:lnTo>
                  <a:cubicBezTo>
                    <a:pt x="6863334" y="3387344"/>
                    <a:pt x="6589141" y="3660521"/>
                    <a:pt x="6250940" y="3660521"/>
                  </a:cubicBezTo>
                  <a:lnTo>
                    <a:pt x="612521" y="3660521"/>
                  </a:lnTo>
                  <a:cubicBezTo>
                    <a:pt x="274320" y="3660521"/>
                    <a:pt x="127" y="3387344"/>
                    <a:pt x="127" y="30504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93941" cy="3691001"/>
            </a:xfrm>
            <a:custGeom>
              <a:avLst/>
              <a:gdLst/>
              <a:ahLst/>
              <a:cxnLst/>
              <a:rect r="r" b="b" t="t" l="l"/>
              <a:pathLst>
                <a:path h="3691001" w="6893941">
                  <a:moveTo>
                    <a:pt x="0" y="625348"/>
                  </a:moveTo>
                  <a:cubicBezTo>
                    <a:pt x="0" y="279908"/>
                    <a:pt x="281051" y="0"/>
                    <a:pt x="627761" y="0"/>
                  </a:cubicBezTo>
                  <a:lnTo>
                    <a:pt x="6266180" y="0"/>
                  </a:lnTo>
                  <a:lnTo>
                    <a:pt x="6266180" y="15240"/>
                  </a:lnTo>
                  <a:lnTo>
                    <a:pt x="6266180" y="0"/>
                  </a:lnTo>
                  <a:cubicBezTo>
                    <a:pt x="6612763" y="0"/>
                    <a:pt x="6893941" y="279908"/>
                    <a:pt x="6893941" y="625348"/>
                  </a:cubicBezTo>
                  <a:lnTo>
                    <a:pt x="6878701" y="625348"/>
                  </a:lnTo>
                  <a:lnTo>
                    <a:pt x="6893941" y="625348"/>
                  </a:lnTo>
                  <a:lnTo>
                    <a:pt x="6893941" y="3065653"/>
                  </a:lnTo>
                  <a:lnTo>
                    <a:pt x="6878701" y="3065653"/>
                  </a:lnTo>
                  <a:lnTo>
                    <a:pt x="6893941" y="3065653"/>
                  </a:lnTo>
                  <a:cubicBezTo>
                    <a:pt x="6893941" y="3411093"/>
                    <a:pt x="6612890" y="3691001"/>
                    <a:pt x="6266180" y="3691001"/>
                  </a:cubicBezTo>
                  <a:lnTo>
                    <a:pt x="6266180" y="3675761"/>
                  </a:lnTo>
                  <a:lnTo>
                    <a:pt x="6266180" y="3691001"/>
                  </a:lnTo>
                  <a:lnTo>
                    <a:pt x="627761" y="3691001"/>
                  </a:lnTo>
                  <a:lnTo>
                    <a:pt x="627761" y="3675761"/>
                  </a:lnTo>
                  <a:lnTo>
                    <a:pt x="627761" y="3691001"/>
                  </a:lnTo>
                  <a:cubicBezTo>
                    <a:pt x="281051" y="3691001"/>
                    <a:pt x="0" y="3411093"/>
                    <a:pt x="0" y="3065653"/>
                  </a:cubicBezTo>
                  <a:lnTo>
                    <a:pt x="0" y="625348"/>
                  </a:lnTo>
                  <a:lnTo>
                    <a:pt x="15240" y="625348"/>
                  </a:lnTo>
                  <a:lnTo>
                    <a:pt x="0" y="625348"/>
                  </a:lnTo>
                  <a:moveTo>
                    <a:pt x="30480" y="625348"/>
                  </a:moveTo>
                  <a:lnTo>
                    <a:pt x="30480" y="3065653"/>
                  </a:lnTo>
                  <a:lnTo>
                    <a:pt x="15240" y="3065653"/>
                  </a:lnTo>
                  <a:lnTo>
                    <a:pt x="30480" y="3065653"/>
                  </a:lnTo>
                  <a:cubicBezTo>
                    <a:pt x="30480" y="3394075"/>
                    <a:pt x="297815" y="3660521"/>
                    <a:pt x="627634" y="3660521"/>
                  </a:cubicBezTo>
                  <a:lnTo>
                    <a:pt x="6266180" y="3660521"/>
                  </a:lnTo>
                  <a:cubicBezTo>
                    <a:pt x="6595999" y="3660521"/>
                    <a:pt x="6863334" y="3394202"/>
                    <a:pt x="6863334" y="3065653"/>
                  </a:cubicBezTo>
                  <a:lnTo>
                    <a:pt x="6863334" y="625348"/>
                  </a:lnTo>
                  <a:cubicBezTo>
                    <a:pt x="6863334" y="296926"/>
                    <a:pt x="6595999" y="30480"/>
                    <a:pt x="6266180" y="30480"/>
                  </a:cubicBezTo>
                  <a:lnTo>
                    <a:pt x="627761" y="30480"/>
                  </a:lnTo>
                  <a:lnTo>
                    <a:pt x="627761" y="15240"/>
                  </a:lnTo>
                  <a:lnTo>
                    <a:pt x="627761" y="30480"/>
                  </a:lnTo>
                  <a:cubicBezTo>
                    <a:pt x="297815" y="30480"/>
                    <a:pt x="30480" y="296926"/>
                    <a:pt x="30480" y="625348"/>
                  </a:cubicBezTo>
                  <a:close/>
                </a:path>
              </a:pathLst>
            </a:custGeom>
            <a:solidFill>
              <a:srgbClr val="D3E4F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216784" y="2264912"/>
            <a:ext cx="5147520" cy="658882"/>
            <a:chOff x="0" y="0"/>
            <a:chExt cx="6863359" cy="878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3335" cy="878459"/>
            </a:xfrm>
            <a:custGeom>
              <a:avLst/>
              <a:gdLst/>
              <a:ahLst/>
              <a:cxnLst/>
              <a:rect r="r" b="b" t="t" l="l"/>
              <a:pathLst>
                <a:path h="878459" w="686333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716903" y="0"/>
                  </a:lnTo>
                  <a:cubicBezTo>
                    <a:pt x="6797802" y="0"/>
                    <a:pt x="6863335" y="65532"/>
                    <a:pt x="6863335" y="146431"/>
                  </a:cubicBezTo>
                  <a:lnTo>
                    <a:pt x="6863335" y="732028"/>
                  </a:lnTo>
                  <a:cubicBezTo>
                    <a:pt x="6863335" y="812927"/>
                    <a:pt x="6797802" y="878459"/>
                    <a:pt x="6716903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4A37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422686" y="2319814"/>
            <a:ext cx="4735716" cy="521618"/>
            <a:chOff x="0" y="0"/>
            <a:chExt cx="6314288" cy="6954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4293" cy="695487"/>
            </a:xfrm>
            <a:custGeom>
              <a:avLst/>
              <a:gdLst/>
              <a:ahLst/>
              <a:cxnLst/>
              <a:rect r="r" b="b" t="t" l="l"/>
              <a:pathLst>
                <a:path h="695487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903" r="0" b="-1269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314288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Hasil di browser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37015" y="2923794"/>
            <a:ext cx="450705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Saat tombol “Show Priview” ditekan, halaman menampilkan:</a:t>
            </a:r>
          </a:p>
          <a:p>
            <a:pPr algn="l">
              <a:lnSpc>
                <a:spcPts val="3062"/>
              </a:lnSpc>
            </a:pP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E3049"/>
                </a:solidFill>
                <a:latin typeface="Aptos"/>
                <a:ea typeface="Aptos"/>
                <a:cs typeface="Aptos"/>
                <a:sym typeface="Aptos"/>
              </a:rPr>
              <a:t>Angka ke 1- Angka ke 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E2B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289" y="965387"/>
            <a:ext cx="15913960" cy="8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D241"/>
                </a:solidFill>
                <a:latin typeface="Aptos Bold"/>
                <a:ea typeface="Aptos Bold"/>
                <a:cs typeface="Aptos Bold"/>
                <a:sym typeface="Aptos Bold"/>
              </a:rPr>
              <a:t>KESIMPULAN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9926" y="2347589"/>
            <a:ext cx="15502166" cy="135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Perulangan do while menjalankan perintah terlebih dahulu, lalu memeriksa kondisi untuk menentukan apakah proses diulang.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8258" y="4316768"/>
            <a:ext cx="15525493" cy="906532"/>
            <a:chOff x="0" y="0"/>
            <a:chExt cx="20700657" cy="1208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25" y="9525"/>
              <a:ext cx="20681569" cy="1189609"/>
            </a:xfrm>
            <a:custGeom>
              <a:avLst/>
              <a:gdLst/>
              <a:ahLst/>
              <a:cxnLst/>
              <a:rect r="r" b="b" t="t" l="l"/>
              <a:pathLst>
                <a:path h="1189609" w="20681569">
                  <a:moveTo>
                    <a:pt x="0" y="198247"/>
                  </a:moveTo>
                  <a:cubicBezTo>
                    <a:pt x="0" y="88773"/>
                    <a:pt x="90170" y="0"/>
                    <a:pt x="201295" y="0"/>
                  </a:cubicBezTo>
                  <a:lnTo>
                    <a:pt x="20480274" y="0"/>
                  </a:lnTo>
                  <a:cubicBezTo>
                    <a:pt x="20591399" y="0"/>
                    <a:pt x="20681569" y="88773"/>
                    <a:pt x="20681569" y="198247"/>
                  </a:cubicBezTo>
                  <a:lnTo>
                    <a:pt x="20681569" y="991362"/>
                  </a:lnTo>
                  <a:cubicBezTo>
                    <a:pt x="20681569" y="1100836"/>
                    <a:pt x="20591399" y="1189609"/>
                    <a:pt x="20480274" y="1189609"/>
                  </a:cubicBezTo>
                  <a:lnTo>
                    <a:pt x="201295" y="1189609"/>
                  </a:lnTo>
                  <a:cubicBezTo>
                    <a:pt x="90170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B417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00619" cy="1208659"/>
            </a:xfrm>
            <a:custGeom>
              <a:avLst/>
              <a:gdLst/>
              <a:ahLst/>
              <a:cxnLst/>
              <a:rect r="r" b="b" t="t" l="l"/>
              <a:pathLst>
                <a:path h="1208659" w="20700619">
                  <a:moveTo>
                    <a:pt x="0" y="207772"/>
                  </a:moveTo>
                  <a:cubicBezTo>
                    <a:pt x="0" y="92964"/>
                    <a:pt x="94488" y="0"/>
                    <a:pt x="210820" y="0"/>
                  </a:cubicBezTo>
                  <a:lnTo>
                    <a:pt x="20489799" y="0"/>
                  </a:lnTo>
                  <a:lnTo>
                    <a:pt x="20489799" y="9525"/>
                  </a:lnTo>
                  <a:lnTo>
                    <a:pt x="20489799" y="0"/>
                  </a:lnTo>
                  <a:cubicBezTo>
                    <a:pt x="20606131" y="0"/>
                    <a:pt x="20700619" y="92964"/>
                    <a:pt x="20700619" y="207772"/>
                  </a:cubicBezTo>
                  <a:lnTo>
                    <a:pt x="20691094" y="207772"/>
                  </a:lnTo>
                  <a:lnTo>
                    <a:pt x="20700619" y="207772"/>
                  </a:lnTo>
                  <a:lnTo>
                    <a:pt x="20700619" y="1000887"/>
                  </a:lnTo>
                  <a:lnTo>
                    <a:pt x="20691094" y="1000887"/>
                  </a:lnTo>
                  <a:lnTo>
                    <a:pt x="20700619" y="1000887"/>
                  </a:lnTo>
                  <a:cubicBezTo>
                    <a:pt x="20700619" y="1115822"/>
                    <a:pt x="20606131" y="1208659"/>
                    <a:pt x="20489799" y="1208659"/>
                  </a:cubicBezTo>
                  <a:lnTo>
                    <a:pt x="20489799" y="1199134"/>
                  </a:lnTo>
                  <a:lnTo>
                    <a:pt x="20489799" y="1208659"/>
                  </a:lnTo>
                  <a:lnTo>
                    <a:pt x="210820" y="1208659"/>
                  </a:lnTo>
                  <a:lnTo>
                    <a:pt x="210820" y="1199134"/>
                  </a:lnTo>
                  <a:lnTo>
                    <a:pt x="210820" y="1208659"/>
                  </a:lnTo>
                  <a:cubicBezTo>
                    <a:pt x="94488" y="1208659"/>
                    <a:pt x="0" y="1115822"/>
                    <a:pt x="0" y="1000887"/>
                  </a:cubicBezTo>
                  <a:lnTo>
                    <a:pt x="0" y="207772"/>
                  </a:lnTo>
                  <a:lnTo>
                    <a:pt x="9525" y="207772"/>
                  </a:lnTo>
                  <a:lnTo>
                    <a:pt x="0" y="207772"/>
                  </a:lnTo>
                  <a:moveTo>
                    <a:pt x="19050" y="207772"/>
                  </a:moveTo>
                  <a:lnTo>
                    <a:pt x="19050" y="1000887"/>
                  </a:lnTo>
                  <a:lnTo>
                    <a:pt x="9525" y="1000887"/>
                  </a:lnTo>
                  <a:lnTo>
                    <a:pt x="19050" y="1000887"/>
                  </a:lnTo>
                  <a:cubicBezTo>
                    <a:pt x="19050" y="1105027"/>
                    <a:pt x="104775" y="1189609"/>
                    <a:pt x="210820" y="1189609"/>
                  </a:cubicBezTo>
                  <a:lnTo>
                    <a:pt x="20489799" y="1189609"/>
                  </a:lnTo>
                  <a:cubicBezTo>
                    <a:pt x="20595844" y="1189609"/>
                    <a:pt x="20681569" y="1105027"/>
                    <a:pt x="20681569" y="1000887"/>
                  </a:cubicBezTo>
                  <a:lnTo>
                    <a:pt x="20681569" y="207772"/>
                  </a:lnTo>
                  <a:cubicBezTo>
                    <a:pt x="20681569" y="103632"/>
                    <a:pt x="20595844" y="19050"/>
                    <a:pt x="20489799" y="19050"/>
                  </a:cubicBezTo>
                  <a:lnTo>
                    <a:pt x="210820" y="19050"/>
                  </a:lnTo>
                  <a:lnTo>
                    <a:pt x="210820" y="9525"/>
                  </a:lnTo>
                  <a:lnTo>
                    <a:pt x="210820" y="19050"/>
                  </a:lnTo>
                  <a:cubicBezTo>
                    <a:pt x="104775" y="19050"/>
                    <a:pt x="19050" y="103759"/>
                    <a:pt x="19050" y="207772"/>
                  </a:cubicBezTo>
                  <a:close/>
                </a:path>
              </a:pathLst>
            </a:custGeom>
            <a:solidFill>
              <a:srgbClr val="4ABEE8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51721" y="4561789"/>
            <a:ext cx="4108980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4ABEE8"/>
                </a:solidFill>
                <a:latin typeface="Aptos Bold"/>
                <a:ea typeface="Aptos Bold"/>
                <a:cs typeface="Aptos Bold"/>
                <a:sym typeface="Aptos Bold"/>
              </a:rPr>
              <a:t>1. Minimal satu kali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5642" y="4561789"/>
            <a:ext cx="10217372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Blok kode pasti dijalankan sebelum kondisi dicek.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8258" y="5483542"/>
            <a:ext cx="15525493" cy="906532"/>
            <a:chOff x="0" y="0"/>
            <a:chExt cx="20700657" cy="1208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20681569" cy="1189609"/>
            </a:xfrm>
            <a:custGeom>
              <a:avLst/>
              <a:gdLst/>
              <a:ahLst/>
              <a:cxnLst/>
              <a:rect r="r" b="b" t="t" l="l"/>
              <a:pathLst>
                <a:path h="1189609" w="20681569">
                  <a:moveTo>
                    <a:pt x="0" y="198247"/>
                  </a:moveTo>
                  <a:cubicBezTo>
                    <a:pt x="0" y="88773"/>
                    <a:pt x="90170" y="0"/>
                    <a:pt x="201295" y="0"/>
                  </a:cubicBezTo>
                  <a:lnTo>
                    <a:pt x="20480274" y="0"/>
                  </a:lnTo>
                  <a:cubicBezTo>
                    <a:pt x="20591399" y="0"/>
                    <a:pt x="20681569" y="88773"/>
                    <a:pt x="20681569" y="198247"/>
                  </a:cubicBezTo>
                  <a:lnTo>
                    <a:pt x="20681569" y="991362"/>
                  </a:lnTo>
                  <a:cubicBezTo>
                    <a:pt x="20681569" y="1100836"/>
                    <a:pt x="20591399" y="1189609"/>
                    <a:pt x="20480274" y="1189609"/>
                  </a:cubicBezTo>
                  <a:lnTo>
                    <a:pt x="201295" y="1189609"/>
                  </a:lnTo>
                  <a:cubicBezTo>
                    <a:pt x="90170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B417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00619" cy="1208659"/>
            </a:xfrm>
            <a:custGeom>
              <a:avLst/>
              <a:gdLst/>
              <a:ahLst/>
              <a:cxnLst/>
              <a:rect r="r" b="b" t="t" l="l"/>
              <a:pathLst>
                <a:path h="1208659" w="20700619">
                  <a:moveTo>
                    <a:pt x="0" y="207772"/>
                  </a:moveTo>
                  <a:cubicBezTo>
                    <a:pt x="0" y="92964"/>
                    <a:pt x="94488" y="0"/>
                    <a:pt x="210820" y="0"/>
                  </a:cubicBezTo>
                  <a:lnTo>
                    <a:pt x="20489799" y="0"/>
                  </a:lnTo>
                  <a:lnTo>
                    <a:pt x="20489799" y="9525"/>
                  </a:lnTo>
                  <a:lnTo>
                    <a:pt x="20489799" y="0"/>
                  </a:lnTo>
                  <a:cubicBezTo>
                    <a:pt x="20606131" y="0"/>
                    <a:pt x="20700619" y="92964"/>
                    <a:pt x="20700619" y="207772"/>
                  </a:cubicBezTo>
                  <a:lnTo>
                    <a:pt x="20691094" y="207772"/>
                  </a:lnTo>
                  <a:lnTo>
                    <a:pt x="20700619" y="207772"/>
                  </a:lnTo>
                  <a:lnTo>
                    <a:pt x="20700619" y="1000887"/>
                  </a:lnTo>
                  <a:lnTo>
                    <a:pt x="20691094" y="1000887"/>
                  </a:lnTo>
                  <a:lnTo>
                    <a:pt x="20700619" y="1000887"/>
                  </a:lnTo>
                  <a:cubicBezTo>
                    <a:pt x="20700619" y="1115822"/>
                    <a:pt x="20606131" y="1208659"/>
                    <a:pt x="20489799" y="1208659"/>
                  </a:cubicBezTo>
                  <a:lnTo>
                    <a:pt x="20489799" y="1199134"/>
                  </a:lnTo>
                  <a:lnTo>
                    <a:pt x="20489799" y="1208659"/>
                  </a:lnTo>
                  <a:lnTo>
                    <a:pt x="210820" y="1208659"/>
                  </a:lnTo>
                  <a:lnTo>
                    <a:pt x="210820" y="1199134"/>
                  </a:lnTo>
                  <a:lnTo>
                    <a:pt x="210820" y="1208659"/>
                  </a:lnTo>
                  <a:cubicBezTo>
                    <a:pt x="94488" y="1208659"/>
                    <a:pt x="0" y="1115822"/>
                    <a:pt x="0" y="1000887"/>
                  </a:cubicBezTo>
                  <a:lnTo>
                    <a:pt x="0" y="207772"/>
                  </a:lnTo>
                  <a:lnTo>
                    <a:pt x="9525" y="207772"/>
                  </a:lnTo>
                  <a:lnTo>
                    <a:pt x="0" y="207772"/>
                  </a:lnTo>
                  <a:moveTo>
                    <a:pt x="19050" y="207772"/>
                  </a:moveTo>
                  <a:lnTo>
                    <a:pt x="19050" y="1000887"/>
                  </a:lnTo>
                  <a:lnTo>
                    <a:pt x="9525" y="1000887"/>
                  </a:lnTo>
                  <a:lnTo>
                    <a:pt x="19050" y="1000887"/>
                  </a:lnTo>
                  <a:cubicBezTo>
                    <a:pt x="19050" y="1105027"/>
                    <a:pt x="104775" y="1189609"/>
                    <a:pt x="210820" y="1189609"/>
                  </a:cubicBezTo>
                  <a:lnTo>
                    <a:pt x="20489799" y="1189609"/>
                  </a:lnTo>
                  <a:cubicBezTo>
                    <a:pt x="20595844" y="1189609"/>
                    <a:pt x="20681569" y="1105027"/>
                    <a:pt x="20681569" y="1000887"/>
                  </a:cubicBezTo>
                  <a:lnTo>
                    <a:pt x="20681569" y="207772"/>
                  </a:lnTo>
                  <a:cubicBezTo>
                    <a:pt x="20681569" y="103632"/>
                    <a:pt x="20595844" y="19050"/>
                    <a:pt x="20489799" y="19050"/>
                  </a:cubicBezTo>
                  <a:lnTo>
                    <a:pt x="210820" y="19050"/>
                  </a:lnTo>
                  <a:lnTo>
                    <a:pt x="210820" y="9525"/>
                  </a:lnTo>
                  <a:lnTo>
                    <a:pt x="210820" y="19050"/>
                  </a:lnTo>
                  <a:cubicBezTo>
                    <a:pt x="104775" y="19050"/>
                    <a:pt x="19050" y="103759"/>
                    <a:pt x="19050" y="207772"/>
                  </a:cubicBezTo>
                  <a:close/>
                </a:path>
              </a:pathLst>
            </a:custGeom>
            <a:solidFill>
              <a:srgbClr val="FFD2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1721" y="5728564"/>
            <a:ext cx="4108980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FD241"/>
                </a:solidFill>
                <a:latin typeface="Aptos Bold"/>
                <a:ea typeface="Aptos Bold"/>
                <a:cs typeface="Aptos Bold"/>
                <a:sym typeface="Aptos Bold"/>
              </a:rPr>
              <a:t>2. Perlu perubahan nilai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75642" y="5728564"/>
            <a:ext cx="10217372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Perubahan nilai membantu perulangan mencapai kondisi berhenti.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8258" y="6650307"/>
            <a:ext cx="15525493" cy="906532"/>
            <a:chOff x="0" y="0"/>
            <a:chExt cx="20700657" cy="1208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9525"/>
              <a:ext cx="20681569" cy="1189609"/>
            </a:xfrm>
            <a:custGeom>
              <a:avLst/>
              <a:gdLst/>
              <a:ahLst/>
              <a:cxnLst/>
              <a:rect r="r" b="b" t="t" l="l"/>
              <a:pathLst>
                <a:path h="1189609" w="20681569">
                  <a:moveTo>
                    <a:pt x="0" y="198247"/>
                  </a:moveTo>
                  <a:cubicBezTo>
                    <a:pt x="0" y="88773"/>
                    <a:pt x="90170" y="0"/>
                    <a:pt x="201295" y="0"/>
                  </a:cubicBezTo>
                  <a:lnTo>
                    <a:pt x="20480274" y="0"/>
                  </a:lnTo>
                  <a:cubicBezTo>
                    <a:pt x="20591399" y="0"/>
                    <a:pt x="20681569" y="88773"/>
                    <a:pt x="20681569" y="198247"/>
                  </a:cubicBezTo>
                  <a:lnTo>
                    <a:pt x="20681569" y="991362"/>
                  </a:lnTo>
                  <a:cubicBezTo>
                    <a:pt x="20681569" y="1100836"/>
                    <a:pt x="20591399" y="1189609"/>
                    <a:pt x="20480274" y="1189609"/>
                  </a:cubicBezTo>
                  <a:lnTo>
                    <a:pt x="201295" y="1189609"/>
                  </a:lnTo>
                  <a:cubicBezTo>
                    <a:pt x="90170" y="1189609"/>
                    <a:pt x="0" y="1100836"/>
                    <a:pt x="0" y="991362"/>
                  </a:cubicBezTo>
                  <a:close/>
                </a:path>
              </a:pathLst>
            </a:custGeom>
            <a:solidFill>
              <a:srgbClr val="1B417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00619" cy="1208659"/>
            </a:xfrm>
            <a:custGeom>
              <a:avLst/>
              <a:gdLst/>
              <a:ahLst/>
              <a:cxnLst/>
              <a:rect r="r" b="b" t="t" l="l"/>
              <a:pathLst>
                <a:path h="1208659" w="20700619">
                  <a:moveTo>
                    <a:pt x="0" y="207772"/>
                  </a:moveTo>
                  <a:cubicBezTo>
                    <a:pt x="0" y="92964"/>
                    <a:pt x="94488" y="0"/>
                    <a:pt x="210820" y="0"/>
                  </a:cubicBezTo>
                  <a:lnTo>
                    <a:pt x="20489799" y="0"/>
                  </a:lnTo>
                  <a:lnTo>
                    <a:pt x="20489799" y="9525"/>
                  </a:lnTo>
                  <a:lnTo>
                    <a:pt x="20489799" y="0"/>
                  </a:lnTo>
                  <a:cubicBezTo>
                    <a:pt x="20606131" y="0"/>
                    <a:pt x="20700619" y="92964"/>
                    <a:pt x="20700619" y="207772"/>
                  </a:cubicBezTo>
                  <a:lnTo>
                    <a:pt x="20691094" y="207772"/>
                  </a:lnTo>
                  <a:lnTo>
                    <a:pt x="20700619" y="207772"/>
                  </a:lnTo>
                  <a:lnTo>
                    <a:pt x="20700619" y="1000887"/>
                  </a:lnTo>
                  <a:lnTo>
                    <a:pt x="20691094" y="1000887"/>
                  </a:lnTo>
                  <a:lnTo>
                    <a:pt x="20700619" y="1000887"/>
                  </a:lnTo>
                  <a:cubicBezTo>
                    <a:pt x="20700619" y="1115822"/>
                    <a:pt x="20606131" y="1208659"/>
                    <a:pt x="20489799" y="1208659"/>
                  </a:cubicBezTo>
                  <a:lnTo>
                    <a:pt x="20489799" y="1199134"/>
                  </a:lnTo>
                  <a:lnTo>
                    <a:pt x="20489799" y="1208659"/>
                  </a:lnTo>
                  <a:lnTo>
                    <a:pt x="210820" y="1208659"/>
                  </a:lnTo>
                  <a:lnTo>
                    <a:pt x="210820" y="1199134"/>
                  </a:lnTo>
                  <a:lnTo>
                    <a:pt x="210820" y="1208659"/>
                  </a:lnTo>
                  <a:cubicBezTo>
                    <a:pt x="94488" y="1208659"/>
                    <a:pt x="0" y="1115822"/>
                    <a:pt x="0" y="1000887"/>
                  </a:cubicBezTo>
                  <a:lnTo>
                    <a:pt x="0" y="207772"/>
                  </a:lnTo>
                  <a:lnTo>
                    <a:pt x="9525" y="207772"/>
                  </a:lnTo>
                  <a:lnTo>
                    <a:pt x="0" y="207772"/>
                  </a:lnTo>
                  <a:moveTo>
                    <a:pt x="19050" y="207772"/>
                  </a:moveTo>
                  <a:lnTo>
                    <a:pt x="19050" y="1000887"/>
                  </a:lnTo>
                  <a:lnTo>
                    <a:pt x="9525" y="1000887"/>
                  </a:lnTo>
                  <a:lnTo>
                    <a:pt x="19050" y="1000887"/>
                  </a:lnTo>
                  <a:cubicBezTo>
                    <a:pt x="19050" y="1105027"/>
                    <a:pt x="104775" y="1189609"/>
                    <a:pt x="210820" y="1189609"/>
                  </a:cubicBezTo>
                  <a:lnTo>
                    <a:pt x="20489799" y="1189609"/>
                  </a:lnTo>
                  <a:cubicBezTo>
                    <a:pt x="20595844" y="1189609"/>
                    <a:pt x="20681569" y="1105027"/>
                    <a:pt x="20681569" y="1000887"/>
                  </a:cubicBezTo>
                  <a:lnTo>
                    <a:pt x="20681569" y="207772"/>
                  </a:lnTo>
                  <a:cubicBezTo>
                    <a:pt x="20681569" y="103632"/>
                    <a:pt x="20595844" y="19050"/>
                    <a:pt x="20489799" y="19050"/>
                  </a:cubicBezTo>
                  <a:lnTo>
                    <a:pt x="210820" y="19050"/>
                  </a:lnTo>
                  <a:lnTo>
                    <a:pt x="210820" y="9525"/>
                  </a:lnTo>
                  <a:lnTo>
                    <a:pt x="210820" y="19050"/>
                  </a:lnTo>
                  <a:cubicBezTo>
                    <a:pt x="104775" y="19050"/>
                    <a:pt x="19050" y="103759"/>
                    <a:pt x="19050" y="207772"/>
                  </a:cubicBezTo>
                  <a:close/>
                </a:path>
              </a:pathLst>
            </a:custGeom>
            <a:solidFill>
              <a:srgbClr val="85DFB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51721" y="6895338"/>
            <a:ext cx="4108980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85DFB3"/>
                </a:solidFill>
                <a:latin typeface="Aptos Bold"/>
                <a:ea typeface="Aptos Bold"/>
                <a:cs typeface="Aptos Bold"/>
                <a:sym typeface="Aptos Bold"/>
              </a:rPr>
              <a:t>3. HTML + JavaScript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75642" y="6895338"/>
            <a:ext cx="10217372" cy="37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HTML menampilkan antarmuka, JavaScript menjalankan logika do while.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8554" y="8661883"/>
            <a:ext cx="15364892" cy="53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Terima kasih — Ada 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DAHYE1eN_30</dc:identifier>
  <dcterms:modified xsi:type="dcterms:W3CDTF">2011-08-01T06:04:30Z</dcterms:modified>
  <cp:revision>1</cp:revision>
  <dc:title>Perulangan Do while</dc:title>
</cp:coreProperties>
</file>